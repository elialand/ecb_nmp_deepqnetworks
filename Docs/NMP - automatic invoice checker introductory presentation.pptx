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0" r:id="rId1"/>
  </p:sldMasterIdLst>
  <p:notesMasterIdLst>
    <p:notesMasterId r:id="rId9"/>
  </p:notesMasterIdLst>
  <p:handoutMasterIdLst>
    <p:handoutMasterId r:id="rId10"/>
  </p:handoutMasterIdLst>
  <p:sldIdLst>
    <p:sldId id="330" r:id="rId2"/>
    <p:sldId id="298" r:id="rId3"/>
    <p:sldId id="335" r:id="rId4"/>
    <p:sldId id="299" r:id="rId5"/>
    <p:sldId id="336" r:id="rId6"/>
    <p:sldId id="337" r:id="rId7"/>
    <p:sldId id="338" r:id="rId8"/>
  </p:sldIdLst>
  <p:sldSz cx="9144000" cy="5143500" type="screen16x9"/>
  <p:notesSz cx="9144000" cy="6858000"/>
  <p:defaultTex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624">
          <p15:clr>
            <a:srgbClr val="A4A3A4"/>
          </p15:clr>
        </p15:guide>
        <p15:guide id="2" orient="horz" pos="327">
          <p15:clr>
            <a:srgbClr val="A4A3A4"/>
          </p15:clr>
        </p15:guide>
        <p15:guide id="3" orient="horz" pos="2796">
          <p15:clr>
            <a:srgbClr val="A4A3A4"/>
          </p15:clr>
        </p15:guide>
        <p15:guide id="4" orient="horz" pos="3083">
          <p15:clr>
            <a:srgbClr val="A4A3A4"/>
          </p15:clr>
        </p15:guide>
        <p15:guide id="5" orient="horz" pos="673">
          <p15:clr>
            <a:srgbClr val="A4A3A4"/>
          </p15:clr>
        </p15:guide>
        <p15:guide id="6" orient="horz" pos="872">
          <p15:clr>
            <a:srgbClr val="A4A3A4"/>
          </p15:clr>
        </p15:guide>
        <p15:guide id="7" orient="horz" pos="1772">
          <p15:clr>
            <a:srgbClr val="A4A3A4"/>
          </p15:clr>
        </p15:guide>
        <p15:guide id="8" pos="5602">
          <p15:clr>
            <a:srgbClr val="A4A3A4"/>
          </p15:clr>
        </p15:guide>
        <p15:guide id="9" pos="176">
          <p15:clr>
            <a:srgbClr val="A4A3A4"/>
          </p15:clr>
        </p15:guide>
        <p15:guide id="10" pos="2880">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299"/>
    <a:srgbClr val="9EC9EA"/>
    <a:srgbClr val="328DD2"/>
    <a:srgbClr val="195FB5"/>
    <a:srgbClr val="FF33CC"/>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8" autoAdjust="0"/>
    <p:restoredTop sz="94400" autoAdjust="0"/>
  </p:normalViewPr>
  <p:slideViewPr>
    <p:cSldViewPr snapToGrid="0">
      <p:cViewPr varScale="1">
        <p:scale>
          <a:sx n="109" d="100"/>
          <a:sy n="109" d="100"/>
        </p:scale>
        <p:origin x="600" y="82"/>
      </p:cViewPr>
      <p:guideLst>
        <p:guide orient="horz" pos="624"/>
        <p:guide orient="horz" pos="327"/>
        <p:guide orient="horz" pos="2796"/>
        <p:guide orient="horz" pos="3083"/>
        <p:guide orient="horz" pos="673"/>
        <p:guide orient="horz" pos="872"/>
        <p:guide orient="horz" pos="1772"/>
        <p:guide pos="5602"/>
        <p:guide pos="176"/>
        <p:guide pos="288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118" d="100"/>
          <a:sy n="118" d="100"/>
        </p:scale>
        <p:origin x="-2322" y="-96"/>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a:defRPr/>
            </a:pPr>
            <a:endParaRPr lang="en-GB"/>
          </a:p>
        </p:txBody>
      </p:sp>
      <p:sp>
        <p:nvSpPr>
          <p:cNvPr id="3" name="Date Placeholder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a:defRPr sz="1200"/>
            </a:lvl1pPr>
          </a:lstStyle>
          <a:p>
            <a:pPr>
              <a:defRPr/>
            </a:pPr>
            <a:fld id="{CAB7FC4A-625A-4997-845F-B4C665339F19}" type="datetimeFigureOut">
              <a:rPr lang="en-GB"/>
              <a:pPr>
                <a:defRPr/>
              </a:pPr>
              <a:t>08/05/2025</a:t>
            </a:fld>
            <a:endParaRPr lang="en-GB"/>
          </a:p>
        </p:txBody>
      </p:sp>
      <p:sp>
        <p:nvSpPr>
          <p:cNvPr id="4" name="Footer Placeholder 3"/>
          <p:cNvSpPr>
            <a:spLocks noGrp="1"/>
          </p:cNvSpPr>
          <p:nvPr>
            <p:ph type="ftr" sz="quarter" idx="2"/>
          </p:nvPr>
        </p:nvSpPr>
        <p:spPr>
          <a:xfrm>
            <a:off x="0" y="6513513"/>
            <a:ext cx="3962400" cy="342900"/>
          </a:xfrm>
          <a:prstGeom prst="rect">
            <a:avLst/>
          </a:prstGeom>
        </p:spPr>
        <p:txBody>
          <a:bodyPr vert="horz" lIns="91440" tIns="45720" rIns="91440" bIns="45720" rtlCol="0" anchor="b"/>
          <a:lstStyle>
            <a:lvl1pPr algn="l">
              <a:defRPr sz="1200"/>
            </a:lvl1pPr>
          </a:lstStyle>
          <a:p>
            <a:pPr>
              <a:defRPr/>
            </a:pPr>
            <a:endParaRPr lang="en-GB"/>
          </a:p>
        </p:txBody>
      </p:sp>
      <p:sp>
        <p:nvSpPr>
          <p:cNvPr id="5" name="Slide Number Placeholder 4"/>
          <p:cNvSpPr>
            <a:spLocks noGrp="1"/>
          </p:cNvSpPr>
          <p:nvPr>
            <p:ph type="sldNum" sz="quarter" idx="3"/>
          </p:nvPr>
        </p:nvSpPr>
        <p:spPr>
          <a:xfrm>
            <a:off x="5180013" y="6513513"/>
            <a:ext cx="3962400" cy="342900"/>
          </a:xfrm>
          <a:prstGeom prst="rect">
            <a:avLst/>
          </a:prstGeom>
        </p:spPr>
        <p:txBody>
          <a:bodyPr vert="horz" lIns="91440" tIns="45720" rIns="91440" bIns="45720" rtlCol="0" anchor="b"/>
          <a:lstStyle>
            <a:lvl1pPr algn="r">
              <a:defRPr sz="1200"/>
            </a:lvl1pPr>
          </a:lstStyle>
          <a:p>
            <a:pPr>
              <a:defRPr/>
            </a:pPr>
            <a:fld id="{070A9823-B0A4-4CFF-8BC2-549B802A5C22}" type="slidenum">
              <a:rPr lang="en-GB"/>
              <a:pPr>
                <a:defRPr/>
              </a:pPr>
              <a:t>‹#›</a:t>
            </a:fld>
            <a:endParaRPr lang="en-GB"/>
          </a:p>
        </p:txBody>
      </p:sp>
    </p:spTree>
    <p:extLst>
      <p:ext uri="{BB962C8B-B14F-4D97-AF65-F5344CB8AC3E}">
        <p14:creationId xmlns:p14="http://schemas.microsoft.com/office/powerpoint/2010/main" val="3444767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GB"/>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DEE00F59-3AAD-4389-AAA8-78C8B1295C93}" type="datetimeFigureOut">
              <a:rPr lang="en-GB"/>
              <a:pPr>
                <a:defRPr/>
              </a:pPr>
              <a:t>08/05/2025</a:t>
            </a:fld>
            <a:endParaRPr lang="en-GB" dirty="0"/>
          </a:p>
        </p:txBody>
      </p:sp>
      <p:sp>
        <p:nvSpPr>
          <p:cNvPr id="4" name="Slide Image Placeholder 3"/>
          <p:cNvSpPr>
            <a:spLocks noGrp="1" noRot="1" noChangeAspect="1"/>
          </p:cNvSpPr>
          <p:nvPr>
            <p:ph type="sldImg" idx="2"/>
          </p:nvPr>
        </p:nvSpPr>
        <p:spPr>
          <a:xfrm>
            <a:off x="2286000" y="514350"/>
            <a:ext cx="4572000" cy="2571750"/>
          </a:xfrm>
          <a:prstGeom prst="rect">
            <a:avLst/>
          </a:prstGeom>
          <a:noFill/>
          <a:ln w="12700">
            <a:solidFill>
              <a:prstClr val="black"/>
            </a:solidFill>
          </a:ln>
        </p:spPr>
        <p:txBody>
          <a:bodyPr vert="horz" lIns="91440" tIns="45720" rIns="91440" bIns="45720" rtlCol="0" anchor="ctr"/>
          <a:lstStyle/>
          <a:p>
            <a:pPr lvl="0"/>
            <a:endParaRPr lang="en-GB" noProof="0" dirty="0"/>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GB"/>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D589E48D-882E-48E9-AC90-458C8EC61319}" type="slidenum">
              <a:rPr lang="en-GB"/>
              <a:pPr>
                <a:defRPr/>
              </a:pPr>
              <a:t>‹#›</a:t>
            </a:fld>
            <a:endParaRPr lang="en-GB" dirty="0"/>
          </a:p>
        </p:txBody>
      </p:sp>
    </p:spTree>
    <p:extLst>
      <p:ext uri="{BB962C8B-B14F-4D97-AF65-F5344CB8AC3E}">
        <p14:creationId xmlns:p14="http://schemas.microsoft.com/office/powerpoint/2010/main" val="58312746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4" name="Slide Number Placeholder 3"/>
          <p:cNvSpPr>
            <a:spLocks noGrp="1"/>
          </p:cNvSpPr>
          <p:nvPr>
            <p:ph type="sldNum" sz="quarter" idx="5"/>
          </p:nvPr>
        </p:nvSpPr>
        <p:spPr/>
        <p:txBody>
          <a:bodyPr/>
          <a:lstStyle/>
          <a:p>
            <a:pPr>
              <a:defRPr/>
            </a:pPr>
            <a:fld id="{AB443315-9007-44BB-9D7F-2510DD32BACB}" type="slidenum">
              <a:rPr lang="en-GB" smtClean="0"/>
              <a:pPr>
                <a:defRPr/>
              </a:pPr>
              <a:t>2</a:t>
            </a:fld>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4" name="Slide Number Placeholder 3"/>
          <p:cNvSpPr>
            <a:spLocks noGrp="1"/>
          </p:cNvSpPr>
          <p:nvPr>
            <p:ph type="sldNum" sz="quarter" idx="5"/>
          </p:nvPr>
        </p:nvSpPr>
        <p:spPr/>
        <p:txBody>
          <a:bodyPr/>
          <a:lstStyle/>
          <a:p>
            <a:pPr>
              <a:defRPr/>
            </a:pPr>
            <a:fld id="{966EACF2-3CD5-4EFD-9523-15C4F936C64F}" type="slidenum">
              <a:rPr lang="en-GB" smtClean="0"/>
              <a:pPr>
                <a:defRPr/>
              </a:pPr>
              <a:t>4</a:t>
            </a:fld>
            <a:endParaRPr lang="en-GB"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0273D-E320-892E-AE4A-5A0255C8E64F}"/>
            </a:ext>
          </a:extLst>
        </p:cNvPr>
        <p:cNvGrpSpPr/>
        <p:nvPr/>
      </p:nvGrpSpPr>
      <p:grpSpPr>
        <a:xfrm>
          <a:off x="0" y="0"/>
          <a:ext cx="0" cy="0"/>
          <a:chOff x="0" y="0"/>
          <a:chExt cx="0" cy="0"/>
        </a:xfrm>
      </p:grpSpPr>
      <p:sp>
        <p:nvSpPr>
          <p:cNvPr id="61442" name="Rectangle 3">
            <a:extLst>
              <a:ext uri="{FF2B5EF4-FFF2-40B4-BE49-F238E27FC236}">
                <a16:creationId xmlns:a16="http://schemas.microsoft.com/office/drawing/2014/main" id="{0A5FB4D7-D35E-B239-9616-BE1A50FB1B89}"/>
              </a:ext>
            </a:extLst>
          </p:cNvPr>
          <p:cNvSpPr>
            <a:spLocks noGrp="1" noChangeArrowheads="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fontAlgn="base" hangingPunct="1">
              <a:spcBef>
                <a:spcPct val="0"/>
              </a:spcBef>
              <a:spcAft>
                <a:spcPct val="0"/>
              </a:spcAft>
            </a:pPr>
            <a:r>
              <a:rPr lang="de-DE" altLang="en-US">
                <a:cs typeface="Arial" pitchFamily="34" charset="0"/>
              </a:rPr>
              <a:t>Location, </a:t>
            </a:r>
          </a:p>
        </p:txBody>
      </p:sp>
      <p:sp>
        <p:nvSpPr>
          <p:cNvPr id="61443" name="Rectangle 6">
            <a:extLst>
              <a:ext uri="{FF2B5EF4-FFF2-40B4-BE49-F238E27FC236}">
                <a16:creationId xmlns:a16="http://schemas.microsoft.com/office/drawing/2014/main" id="{775CA905-D1E1-2E13-4038-6462F08FA07A}"/>
              </a:ext>
            </a:extLst>
          </p:cNvPr>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fontAlgn="base" hangingPunct="1">
              <a:spcBef>
                <a:spcPct val="0"/>
              </a:spcBef>
              <a:spcAft>
                <a:spcPct val="0"/>
              </a:spcAft>
            </a:pPr>
            <a:r>
              <a:rPr lang="de-DE" altLang="en-US">
                <a:cs typeface="Arial" pitchFamily="34" charset="0"/>
              </a:rPr>
              <a:t>Name of the Author</a:t>
            </a:r>
          </a:p>
        </p:txBody>
      </p:sp>
      <p:sp>
        <p:nvSpPr>
          <p:cNvPr id="61444" name="Rectangle 7">
            <a:extLst>
              <a:ext uri="{FF2B5EF4-FFF2-40B4-BE49-F238E27FC236}">
                <a16:creationId xmlns:a16="http://schemas.microsoft.com/office/drawing/2014/main" id="{FEC35ED5-FCD1-51D9-CF29-A9FDE8696B0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fontAlgn="base" hangingPunct="1">
              <a:spcBef>
                <a:spcPct val="0"/>
              </a:spcBef>
              <a:spcAft>
                <a:spcPct val="0"/>
              </a:spcAft>
            </a:pPr>
            <a:fld id="{F95BD97C-74ED-42D9-B185-EB574B866605}" type="slidenum">
              <a:rPr lang="de-DE" altLang="en-US" smtClean="0">
                <a:cs typeface="Arial" pitchFamily="34" charset="0"/>
              </a:rPr>
              <a:pPr eaLnBrk="1" fontAlgn="base" hangingPunct="1">
                <a:spcBef>
                  <a:spcPct val="0"/>
                </a:spcBef>
                <a:spcAft>
                  <a:spcPct val="0"/>
                </a:spcAft>
              </a:pPr>
              <a:t>5</a:t>
            </a:fld>
            <a:endParaRPr lang="de-DE" altLang="en-US">
              <a:cs typeface="Arial" pitchFamily="34" charset="0"/>
            </a:endParaRPr>
          </a:p>
        </p:txBody>
      </p:sp>
      <p:sp>
        <p:nvSpPr>
          <p:cNvPr id="61445" name="Rectangle 2">
            <a:extLst>
              <a:ext uri="{FF2B5EF4-FFF2-40B4-BE49-F238E27FC236}">
                <a16:creationId xmlns:a16="http://schemas.microsoft.com/office/drawing/2014/main" id="{B691E0CA-8CC7-7838-C6A0-BCDD2742976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6" name="Rectangle 3">
            <a:extLst>
              <a:ext uri="{FF2B5EF4-FFF2-40B4-BE49-F238E27FC236}">
                <a16:creationId xmlns:a16="http://schemas.microsoft.com/office/drawing/2014/main" id="{9A0CCF39-075E-1BCD-2FAE-9A9C8D9AD26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extLst>
      <p:ext uri="{BB962C8B-B14F-4D97-AF65-F5344CB8AC3E}">
        <p14:creationId xmlns:p14="http://schemas.microsoft.com/office/powerpoint/2010/main" val="36376294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CE6B0-372C-D78C-6E04-019A0829D2CB}"/>
            </a:ext>
          </a:extLst>
        </p:cNvPr>
        <p:cNvGrpSpPr/>
        <p:nvPr/>
      </p:nvGrpSpPr>
      <p:grpSpPr>
        <a:xfrm>
          <a:off x="0" y="0"/>
          <a:ext cx="0" cy="0"/>
          <a:chOff x="0" y="0"/>
          <a:chExt cx="0" cy="0"/>
        </a:xfrm>
      </p:grpSpPr>
      <p:sp>
        <p:nvSpPr>
          <p:cNvPr id="61442" name="Rectangle 3">
            <a:extLst>
              <a:ext uri="{FF2B5EF4-FFF2-40B4-BE49-F238E27FC236}">
                <a16:creationId xmlns:a16="http://schemas.microsoft.com/office/drawing/2014/main" id="{BECBFDF0-8E9F-8ACD-CBFB-33D4E0051FF7}"/>
              </a:ext>
            </a:extLst>
          </p:cNvPr>
          <p:cNvSpPr>
            <a:spLocks noGrp="1" noChangeArrowheads="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fontAlgn="base" hangingPunct="1">
              <a:spcBef>
                <a:spcPct val="0"/>
              </a:spcBef>
              <a:spcAft>
                <a:spcPct val="0"/>
              </a:spcAft>
            </a:pPr>
            <a:r>
              <a:rPr lang="de-DE" altLang="en-US">
                <a:cs typeface="Arial" pitchFamily="34" charset="0"/>
              </a:rPr>
              <a:t>Location, </a:t>
            </a:r>
          </a:p>
        </p:txBody>
      </p:sp>
      <p:sp>
        <p:nvSpPr>
          <p:cNvPr id="61443" name="Rectangle 6">
            <a:extLst>
              <a:ext uri="{FF2B5EF4-FFF2-40B4-BE49-F238E27FC236}">
                <a16:creationId xmlns:a16="http://schemas.microsoft.com/office/drawing/2014/main" id="{1B8E1E28-F24F-69F1-7581-A2D0A2E6A50E}"/>
              </a:ext>
            </a:extLst>
          </p:cNvPr>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fontAlgn="base" hangingPunct="1">
              <a:spcBef>
                <a:spcPct val="0"/>
              </a:spcBef>
              <a:spcAft>
                <a:spcPct val="0"/>
              </a:spcAft>
            </a:pPr>
            <a:r>
              <a:rPr lang="de-DE" altLang="en-US">
                <a:cs typeface="Arial" pitchFamily="34" charset="0"/>
              </a:rPr>
              <a:t>Name of the Author</a:t>
            </a:r>
          </a:p>
        </p:txBody>
      </p:sp>
      <p:sp>
        <p:nvSpPr>
          <p:cNvPr id="61444" name="Rectangle 7">
            <a:extLst>
              <a:ext uri="{FF2B5EF4-FFF2-40B4-BE49-F238E27FC236}">
                <a16:creationId xmlns:a16="http://schemas.microsoft.com/office/drawing/2014/main" id="{F7610BEA-CC3B-B796-5A53-75792529E5A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fontAlgn="base" hangingPunct="1">
              <a:spcBef>
                <a:spcPct val="0"/>
              </a:spcBef>
              <a:spcAft>
                <a:spcPct val="0"/>
              </a:spcAft>
            </a:pPr>
            <a:fld id="{F95BD97C-74ED-42D9-B185-EB574B866605}" type="slidenum">
              <a:rPr lang="de-DE" altLang="en-US" smtClean="0">
                <a:cs typeface="Arial" pitchFamily="34" charset="0"/>
              </a:rPr>
              <a:pPr eaLnBrk="1" fontAlgn="base" hangingPunct="1">
                <a:spcBef>
                  <a:spcPct val="0"/>
                </a:spcBef>
                <a:spcAft>
                  <a:spcPct val="0"/>
                </a:spcAft>
              </a:pPr>
              <a:t>6</a:t>
            </a:fld>
            <a:endParaRPr lang="de-DE" altLang="en-US">
              <a:cs typeface="Arial" pitchFamily="34" charset="0"/>
            </a:endParaRPr>
          </a:p>
        </p:txBody>
      </p:sp>
      <p:sp>
        <p:nvSpPr>
          <p:cNvPr id="61445" name="Rectangle 2">
            <a:extLst>
              <a:ext uri="{FF2B5EF4-FFF2-40B4-BE49-F238E27FC236}">
                <a16:creationId xmlns:a16="http://schemas.microsoft.com/office/drawing/2014/main" id="{BD68FEB0-6000-D42A-1717-ED17616A8C0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6" name="Rectangle 3">
            <a:extLst>
              <a:ext uri="{FF2B5EF4-FFF2-40B4-BE49-F238E27FC236}">
                <a16:creationId xmlns:a16="http://schemas.microsoft.com/office/drawing/2014/main" id="{4B2672CA-B593-D343-1DDF-30501C6F52A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extLst>
      <p:ext uri="{BB962C8B-B14F-4D97-AF65-F5344CB8AC3E}">
        <p14:creationId xmlns:p14="http://schemas.microsoft.com/office/powerpoint/2010/main" val="40111678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1C34E-E6E3-071B-5359-D4867D682A7A}"/>
            </a:ext>
          </a:extLst>
        </p:cNvPr>
        <p:cNvGrpSpPr/>
        <p:nvPr/>
      </p:nvGrpSpPr>
      <p:grpSpPr>
        <a:xfrm>
          <a:off x="0" y="0"/>
          <a:ext cx="0" cy="0"/>
          <a:chOff x="0" y="0"/>
          <a:chExt cx="0" cy="0"/>
        </a:xfrm>
      </p:grpSpPr>
      <p:sp>
        <p:nvSpPr>
          <p:cNvPr id="60418" name="Slide Image Placeholder 1">
            <a:extLst>
              <a:ext uri="{FF2B5EF4-FFF2-40B4-BE49-F238E27FC236}">
                <a16:creationId xmlns:a16="http://schemas.microsoft.com/office/drawing/2014/main" id="{F2B03B82-FA27-3CFB-623A-062033161DB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Notes Placeholder 2">
            <a:extLst>
              <a:ext uri="{FF2B5EF4-FFF2-40B4-BE49-F238E27FC236}">
                <a16:creationId xmlns:a16="http://schemas.microsoft.com/office/drawing/2014/main" id="{1BB3929F-8D8F-65E8-99B4-613052087FA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4" name="Slide Number Placeholder 3">
            <a:extLst>
              <a:ext uri="{FF2B5EF4-FFF2-40B4-BE49-F238E27FC236}">
                <a16:creationId xmlns:a16="http://schemas.microsoft.com/office/drawing/2014/main" id="{E9F7E53D-175D-A471-179C-D4F8ABEDE63D}"/>
              </a:ext>
            </a:extLst>
          </p:cNvPr>
          <p:cNvSpPr>
            <a:spLocks noGrp="1"/>
          </p:cNvSpPr>
          <p:nvPr>
            <p:ph type="sldNum" sz="quarter" idx="5"/>
          </p:nvPr>
        </p:nvSpPr>
        <p:spPr/>
        <p:txBody>
          <a:bodyPr/>
          <a:lstStyle/>
          <a:p>
            <a:pPr>
              <a:defRPr/>
            </a:pPr>
            <a:fld id="{966EACF2-3CD5-4EFD-9523-15C4F936C64F}" type="slidenum">
              <a:rPr lang="en-GB" smtClean="0"/>
              <a:pPr>
                <a:defRPr/>
              </a:pPr>
              <a:t>7</a:t>
            </a:fld>
            <a:endParaRPr lang="en-GB" dirty="0"/>
          </a:p>
        </p:txBody>
      </p:sp>
    </p:spTree>
    <p:extLst>
      <p:ext uri="{BB962C8B-B14F-4D97-AF65-F5344CB8AC3E}">
        <p14:creationId xmlns:p14="http://schemas.microsoft.com/office/powerpoint/2010/main" val="18399705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image" Target="../media/image4.pn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slideMaster" Target="../slideMasters/slideMaster1.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0.xml"/><Relationship Id="rId1" Type="http://schemas.openxmlformats.org/officeDocument/2006/relationships/tags" Target="../tags/tag19.xml"/><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 Text &amp; Image">
    <p:spTree>
      <p:nvGrpSpPr>
        <p:cNvPr id="1" name=""/>
        <p:cNvGrpSpPr/>
        <p:nvPr/>
      </p:nvGrpSpPr>
      <p:grpSpPr>
        <a:xfrm>
          <a:off x="0" y="0"/>
          <a:ext cx="0" cy="0"/>
          <a:chOff x="0" y="0"/>
          <a:chExt cx="0" cy="0"/>
        </a:xfrm>
      </p:grpSpPr>
      <p:sp>
        <p:nvSpPr>
          <p:cNvPr id="7" name="Rectangle 6"/>
          <p:cNvSpPr>
            <a:spLocks noChangeArrowheads="1"/>
          </p:cNvSpPr>
          <p:nvPr userDrawn="1"/>
        </p:nvSpPr>
        <p:spPr bwMode="auto">
          <a:xfrm>
            <a:off x="6372225" y="5003800"/>
            <a:ext cx="2290763" cy="141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a:lnSpc>
                <a:spcPts val="1200"/>
              </a:lnSpc>
              <a:defRPr/>
            </a:pPr>
            <a:r>
              <a:rPr lang="en-GB" altLang="en-US" sz="900" dirty="0">
                <a:solidFill>
                  <a:schemeClr val="bg1"/>
                </a:solidFill>
              </a:rPr>
              <a:t>www.ecb.europa.eu © </a:t>
            </a:r>
          </a:p>
        </p:txBody>
      </p:sp>
      <p:pic>
        <p:nvPicPr>
          <p:cNvPr id="8" name="Picture 9"/>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1"/>
          <p:cNvSpPr>
            <a:spLocks noChangeArrowheads="1"/>
          </p:cNvSpPr>
          <p:nvPr userDrawn="1"/>
        </p:nvSpPr>
        <p:spPr bwMode="auto">
          <a:xfrm>
            <a:off x="468313" y="3124200"/>
            <a:ext cx="792162" cy="26988"/>
          </a:xfrm>
          <a:prstGeom prst="rect">
            <a:avLst/>
          </a:prstGeom>
          <a:solidFill>
            <a:schemeClr val="tx2"/>
          </a:solidFill>
          <a:ln w="9525" algn="ctr">
            <a:solidFill>
              <a:schemeClr val="tx2"/>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eaLnBrk="0" hangingPunct="0">
              <a:spcBef>
                <a:spcPct val="30000"/>
              </a:spcBef>
              <a:buClr>
                <a:schemeClr val="tx2"/>
              </a:buClr>
              <a:buChar char="•"/>
              <a:defRPr sz="2200">
                <a:solidFill>
                  <a:schemeClr val="tx1"/>
                </a:solidFill>
                <a:latin typeface="Arial" pitchFamily="34" charset="0"/>
                <a:cs typeface="Arial" pitchFamily="34" charset="0"/>
              </a:defRPr>
            </a:lvl1pPr>
            <a:lvl2pPr marL="742950" indent="-285750" eaLnBrk="0" hangingPunct="0">
              <a:buChar char="–"/>
              <a:defRPr>
                <a:solidFill>
                  <a:schemeClr val="tx1"/>
                </a:solidFill>
                <a:latin typeface="Arial" pitchFamily="34" charset="0"/>
                <a:cs typeface="Arial" pitchFamily="34" charset="0"/>
              </a:defRPr>
            </a:lvl2pPr>
            <a:lvl3pPr marL="1143000" indent="-228600" eaLnBrk="0" hangingPunct="0">
              <a:buChar char="•"/>
              <a:defRPr sz="1600">
                <a:solidFill>
                  <a:schemeClr val="tx1"/>
                </a:solidFill>
                <a:latin typeface="Arial" pitchFamily="34" charset="0"/>
                <a:cs typeface="Arial" pitchFamily="34" charset="0"/>
              </a:defRPr>
            </a:lvl3pPr>
            <a:lvl4pPr marL="1600200" indent="-228600" eaLnBrk="0" hangingPunct="0">
              <a:buChar char="–"/>
              <a:defRPr sz="1600">
                <a:solidFill>
                  <a:schemeClr val="tx1"/>
                </a:solidFill>
                <a:latin typeface="Arial" pitchFamily="34" charset="0"/>
                <a:cs typeface="Arial" pitchFamily="34" charset="0"/>
              </a:defRPr>
            </a:lvl4pPr>
            <a:lvl5pPr marL="2057400" indent="-228600" eaLnBrk="0" hangingPunct="0">
              <a:buFont typeface="Times" pitchFamily="18" charset="0"/>
              <a:buChar char="•"/>
              <a:defRPr sz="1600" i="1">
                <a:solidFill>
                  <a:schemeClr val="tx1"/>
                </a:solidFill>
                <a:latin typeface="Arial" pitchFamily="34" charset="0"/>
                <a:cs typeface="Arial" pitchFamily="34" charset="0"/>
              </a:defRPr>
            </a:lvl5pPr>
            <a:lvl6pPr marL="25146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6pPr>
            <a:lvl7pPr marL="29718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7pPr>
            <a:lvl8pPr marL="34290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8pPr>
            <a:lvl9pPr marL="38862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9pPr>
          </a:lstStyle>
          <a:p>
            <a:pPr>
              <a:spcBef>
                <a:spcPct val="50000"/>
              </a:spcBef>
              <a:buClrTx/>
              <a:buFontTx/>
              <a:buNone/>
              <a:defRPr/>
            </a:pPr>
            <a:endParaRPr lang="en-GB" altLang="en-US" sz="1800">
              <a:ea typeface="ヒラギノ角ゴ Pro W3"/>
              <a:cs typeface="ヒラギノ角ゴ Pro W3"/>
            </a:endParaRPr>
          </a:p>
        </p:txBody>
      </p:sp>
      <p:pic>
        <p:nvPicPr>
          <p:cNvPr id="10" name="Picture 2" descr="C:\Users\kourent\Desktop\_PROJECTS_\VisualBranding_OfficeDocuments\PPT\Output\02\logo.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68313" y="335624"/>
            <a:ext cx="1765542" cy="766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itle 2"/>
          <p:cNvSpPr>
            <a:spLocks noGrp="1"/>
          </p:cNvSpPr>
          <p:nvPr>
            <p:ph type="ctrTitle"/>
          </p:nvPr>
        </p:nvSpPr>
        <p:spPr>
          <a:xfrm>
            <a:off x="468314" y="1653779"/>
            <a:ext cx="3024187" cy="1458515"/>
          </a:xfrm>
        </p:spPr>
        <p:txBody>
          <a:bodyPr/>
          <a:lstStyle>
            <a:lvl1pPr>
              <a:lnSpc>
                <a:spcPts val="3500"/>
              </a:lnSpc>
              <a:defRPr sz="3200"/>
            </a:lvl1pPr>
          </a:lstStyle>
          <a:p>
            <a:r>
              <a:rPr lang="en-US" altLang="en-US"/>
              <a:t>Click to edit Master title style</a:t>
            </a:r>
            <a:endParaRPr lang="en-GB" altLang="en-US" dirty="0"/>
          </a:p>
        </p:txBody>
      </p:sp>
      <p:sp>
        <p:nvSpPr>
          <p:cNvPr id="14" name="Subtitle 4"/>
          <p:cNvSpPr>
            <a:spLocks noGrp="1"/>
          </p:cNvSpPr>
          <p:nvPr>
            <p:ph type="subTitle" idx="4294967295"/>
          </p:nvPr>
        </p:nvSpPr>
        <p:spPr>
          <a:xfrm>
            <a:off x="468314" y="3233737"/>
            <a:ext cx="2663825" cy="1025129"/>
          </a:xfr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lang="en-GB" altLang="en-US" sz="2000" dirty="0" smtClean="0">
                <a:solidFill>
                  <a:schemeClr val="tx2"/>
                </a:solidFill>
              </a:defRPr>
            </a:lvl1pPr>
          </a:lstStyle>
          <a:p>
            <a:pPr lvl="0"/>
            <a:r>
              <a:rPr lang="en-US" altLang="en-US"/>
              <a:t>Click to edit Master subtitle style</a:t>
            </a:r>
            <a:endParaRPr lang="en-GB" altLang="en-US" dirty="0"/>
          </a:p>
        </p:txBody>
      </p:sp>
      <p:sp>
        <p:nvSpPr>
          <p:cNvPr id="16" name="Text Placeholder 7"/>
          <p:cNvSpPr>
            <a:spLocks noGrp="1"/>
          </p:cNvSpPr>
          <p:nvPr>
            <p:ph type="body" sz="quarter" idx="4294967295"/>
          </p:nvPr>
        </p:nvSpPr>
        <p:spPr>
          <a:xfrm>
            <a:off x="3600450" y="4407694"/>
            <a:ext cx="5183188" cy="665560"/>
          </a:xfr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lang="en-US" altLang="en-US" sz="1800" b="1" dirty="0" smtClean="0">
                <a:solidFill>
                  <a:srgbClr val="003299"/>
                </a:solidFill>
              </a:defRPr>
            </a:lvl1pPr>
            <a:lvl2pPr>
              <a:defRPr lang="en-US" altLang="en-US" dirty="0" smtClean="0"/>
            </a:lvl2pPr>
          </a:lstStyle>
          <a:p>
            <a:pPr lvl="0"/>
            <a:r>
              <a:rPr lang="en-US" altLang="en-US"/>
              <a:t>Click to edit Master text styles</a:t>
            </a:r>
          </a:p>
          <a:p>
            <a:pPr lvl="1"/>
            <a:r>
              <a:rPr lang="en-US" altLang="en-US"/>
              <a:t>Second level</a:t>
            </a:r>
          </a:p>
        </p:txBody>
      </p:sp>
      <p:sp>
        <p:nvSpPr>
          <p:cNvPr id="12" name="Picture Placeholder 8"/>
          <p:cNvSpPr>
            <a:spLocks noGrp="1"/>
          </p:cNvSpPr>
          <p:nvPr>
            <p:ph type="pic" sz="quarter" idx="22"/>
          </p:nvPr>
        </p:nvSpPr>
        <p:spPr>
          <a:xfrm>
            <a:off x="3370263" y="0"/>
            <a:ext cx="5773737" cy="4340224"/>
          </a:xfrm>
          <a:custGeom>
            <a:avLst/>
            <a:gdLst/>
            <a:ahLst/>
            <a:cxnLst/>
            <a:rect l="l" t="t" r="r" b="b"/>
            <a:pathLst>
              <a:path w="5773737" h="4340224">
                <a:moveTo>
                  <a:pt x="1200952" y="0"/>
                </a:moveTo>
                <a:lnTo>
                  <a:pt x="5773737" y="0"/>
                </a:lnTo>
                <a:lnTo>
                  <a:pt x="5773737" y="4330018"/>
                </a:lnTo>
                <a:lnTo>
                  <a:pt x="5770913" y="4340224"/>
                </a:lnTo>
                <a:lnTo>
                  <a:pt x="0" y="4340224"/>
                </a:lnTo>
                <a:close/>
              </a:path>
            </a:pathLst>
          </a:custGeom>
        </p:spPr>
        <p:txBody>
          <a:bodyPr/>
          <a:lstStyle/>
          <a:p>
            <a:pPr lvl="0"/>
            <a:r>
              <a:rPr lang="en-US" noProof="0"/>
              <a:t>Click icon to add picture</a:t>
            </a:r>
            <a:endParaRPr lang="en-GB" noProof="0" dirty="0"/>
          </a:p>
        </p:txBody>
      </p:sp>
      <p:sp>
        <p:nvSpPr>
          <p:cNvPr id="15" name="Text Placeholder 7"/>
          <p:cNvSpPr>
            <a:spLocks noGrp="1"/>
          </p:cNvSpPr>
          <p:nvPr>
            <p:ph type="body" sz="quarter" idx="4294967295"/>
          </p:nvPr>
        </p:nvSpPr>
        <p:spPr>
          <a:xfrm>
            <a:off x="468313" y="4408884"/>
            <a:ext cx="2543244" cy="665560"/>
          </a:xfr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lang="en-US" altLang="en-US" sz="1600" b="1" kern="1200" dirty="0" smtClean="0">
                <a:solidFill>
                  <a:schemeClr val="bg1"/>
                </a:solidFill>
                <a:latin typeface="Arial" pitchFamily="34" charset="0"/>
                <a:cs typeface="Arial" pitchFamily="34" charset="0"/>
              </a:defRPr>
            </a:lvl1pPr>
            <a:lvl2pPr>
              <a:defRPr lang="en-US" altLang="en-US" kern="1200" dirty="0" smtClean="0">
                <a:latin typeface="Arial" pitchFamily="34" charset="0"/>
                <a:ea typeface="+mn-ea"/>
                <a:cs typeface="Arial" pitchFamily="34" charset="0"/>
              </a:defRPr>
            </a:lvl2pPr>
          </a:lstStyle>
          <a:p>
            <a:pPr lvl="0"/>
            <a:r>
              <a:rPr lang="en-US" altLang="en-US"/>
              <a:t>Click to edit Master text styles</a:t>
            </a:r>
          </a:p>
        </p:txBody>
      </p:sp>
      <p:sp>
        <p:nvSpPr>
          <p:cNvPr id="11" name="Slide Number Placeholder 5"/>
          <p:cNvSpPr>
            <a:spLocks noGrp="1"/>
          </p:cNvSpPr>
          <p:nvPr>
            <p:ph type="sldNum" sz="quarter" idx="10"/>
          </p:nvPr>
        </p:nvSpPr>
        <p:spPr>
          <a:xfrm>
            <a:off x="3177413" y="4931439"/>
            <a:ext cx="384493" cy="14472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lgn="ctr" eaLnBrk="0" hangingPunct="0">
              <a:lnSpc>
                <a:spcPts val="1200"/>
              </a:lnSpc>
              <a:defRPr lang="en-GB" sz="100">
                <a:solidFill>
                  <a:schemeClr val="bg1"/>
                </a:solidFill>
              </a:defRPr>
            </a:lvl1pPr>
          </a:lstStyle>
          <a:p>
            <a:pPr>
              <a:defRPr/>
            </a:pPr>
            <a:fld id="{709D98C6-26D6-459A-841A-186F99F43B1C}" type="slidenum">
              <a:rPr lang="en-GB" smtClean="0"/>
              <a:pPr>
                <a:defRPr/>
              </a:pPr>
              <a:t>‹#›</a:t>
            </a:fld>
            <a:endParaRPr lang="en-GB" dirty="0"/>
          </a:p>
        </p:txBody>
      </p:sp>
    </p:spTree>
    <p:extLst>
      <p:ext uri="{BB962C8B-B14F-4D97-AF65-F5344CB8AC3E}">
        <p14:creationId xmlns:p14="http://schemas.microsoft.com/office/powerpoint/2010/main" val="3325040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 - Text (NO Image)">
    <p:spTree>
      <p:nvGrpSpPr>
        <p:cNvPr id="1" name=""/>
        <p:cNvGrpSpPr/>
        <p:nvPr/>
      </p:nvGrpSpPr>
      <p:grpSpPr>
        <a:xfrm>
          <a:off x="0" y="0"/>
          <a:ext cx="0" cy="0"/>
          <a:chOff x="0" y="0"/>
          <a:chExt cx="0" cy="0"/>
        </a:xfrm>
      </p:grpSpPr>
      <p:sp>
        <p:nvSpPr>
          <p:cNvPr id="7" name="Rectangle 6"/>
          <p:cNvSpPr>
            <a:spLocks noChangeArrowheads="1"/>
          </p:cNvSpPr>
          <p:nvPr userDrawn="1"/>
        </p:nvSpPr>
        <p:spPr bwMode="auto">
          <a:xfrm>
            <a:off x="6372225" y="5003800"/>
            <a:ext cx="2290763" cy="141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a:lnSpc>
                <a:spcPts val="1200"/>
              </a:lnSpc>
              <a:defRPr/>
            </a:pPr>
            <a:r>
              <a:rPr lang="en-GB" altLang="en-US" sz="900" dirty="0">
                <a:solidFill>
                  <a:schemeClr val="bg1"/>
                </a:solidFill>
              </a:rPr>
              <a:t>www.ecb.europa.eu © </a:t>
            </a:r>
          </a:p>
        </p:txBody>
      </p:sp>
      <p:sp>
        <p:nvSpPr>
          <p:cNvPr id="8" name="Rectangle 7"/>
          <p:cNvSpPr>
            <a:spLocks noChangeArrowheads="1"/>
          </p:cNvSpPr>
          <p:nvPr userDrawn="1"/>
        </p:nvSpPr>
        <p:spPr bwMode="auto">
          <a:xfrm>
            <a:off x="0" y="0"/>
            <a:ext cx="9144000" cy="5143500"/>
          </a:xfrm>
          <a:prstGeom prst="rect">
            <a:avLst/>
          </a:prstGeom>
          <a:solidFill>
            <a:srgbClr val="195FB5"/>
          </a:solidFill>
          <a:ln w="9525" algn="ctr">
            <a:noFill/>
            <a:round/>
            <a:headEnd/>
            <a:tailEnd/>
          </a:ln>
        </p:spPr>
        <p:txBody>
          <a:bodyPr anchor="ct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spcBef>
                <a:spcPct val="50000"/>
              </a:spcBef>
              <a:defRPr/>
            </a:pPr>
            <a:endParaRPr lang="en-GB" altLang="en-US">
              <a:ea typeface="ヒラギノ角ゴ Pro W3"/>
              <a:cs typeface="ヒラギノ角ゴ Pro W3"/>
            </a:endParaRPr>
          </a:p>
        </p:txBody>
      </p:sp>
      <p:pic>
        <p:nvPicPr>
          <p:cNvPr id="9" name="Picture 9"/>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Subtitle 4"/>
          <p:cNvSpPr txBox="1">
            <a:spLocks/>
          </p:cNvSpPr>
          <p:nvPr userDrawn="1"/>
        </p:nvSpPr>
        <p:spPr bwMode="auto">
          <a:xfrm>
            <a:off x="4592638" y="3227388"/>
            <a:ext cx="4191000" cy="13096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eaLnBrk="0" hangingPunct="0">
              <a:defRPr>
                <a:solidFill>
                  <a:schemeClr val="tx1"/>
                </a:solidFill>
                <a:latin typeface="Arial" pitchFamily="34" charset="0"/>
                <a:cs typeface="Arial" pitchFamily="34" charset="0"/>
              </a:defRPr>
            </a:lvl1pPr>
            <a:lvl2pPr marL="596900" indent="-296863" eaLnBrk="0" hangingPunct="0">
              <a:defRPr>
                <a:solidFill>
                  <a:schemeClr val="tx1"/>
                </a:solidFill>
                <a:latin typeface="Arial" pitchFamily="34" charset="0"/>
                <a:cs typeface="Arial" pitchFamily="34" charset="0"/>
              </a:defRPr>
            </a:lvl2pPr>
            <a:lvl3pPr indent="-315913" eaLnBrk="0" hangingPunct="0">
              <a:defRPr>
                <a:solidFill>
                  <a:schemeClr val="tx1"/>
                </a:solidFill>
                <a:latin typeface="Arial" pitchFamily="34" charset="0"/>
                <a:cs typeface="Arial" pitchFamily="34" charset="0"/>
              </a:defRPr>
            </a:lvl3pPr>
            <a:lvl4pPr marL="1219200" indent="-303213" eaLnBrk="0" hangingPunct="0">
              <a:defRPr>
                <a:solidFill>
                  <a:schemeClr val="tx1"/>
                </a:solidFill>
                <a:latin typeface="Arial" pitchFamily="34" charset="0"/>
                <a:cs typeface="Arial" pitchFamily="34" charset="0"/>
              </a:defRPr>
            </a:lvl4pPr>
            <a:lvl5pPr marL="1524000" indent="-303213" eaLnBrk="0" hangingPunct="0">
              <a:defRPr>
                <a:solidFill>
                  <a:schemeClr val="tx1"/>
                </a:solidFill>
                <a:latin typeface="Arial" pitchFamily="34" charset="0"/>
                <a:cs typeface="Arial" pitchFamily="34" charset="0"/>
              </a:defRPr>
            </a:lvl5pPr>
            <a:lvl6pPr marL="1981200" indent="-303213" eaLnBrk="0" fontAlgn="base" hangingPunct="0">
              <a:spcBef>
                <a:spcPct val="0"/>
              </a:spcBef>
              <a:spcAft>
                <a:spcPct val="0"/>
              </a:spcAft>
              <a:defRPr>
                <a:solidFill>
                  <a:schemeClr val="tx1"/>
                </a:solidFill>
                <a:latin typeface="Arial" pitchFamily="34" charset="0"/>
                <a:cs typeface="Arial" pitchFamily="34" charset="0"/>
              </a:defRPr>
            </a:lvl6pPr>
            <a:lvl7pPr marL="2438400" indent="-303213" eaLnBrk="0" fontAlgn="base" hangingPunct="0">
              <a:spcBef>
                <a:spcPct val="0"/>
              </a:spcBef>
              <a:spcAft>
                <a:spcPct val="0"/>
              </a:spcAft>
              <a:defRPr>
                <a:solidFill>
                  <a:schemeClr val="tx1"/>
                </a:solidFill>
                <a:latin typeface="Arial" pitchFamily="34" charset="0"/>
                <a:cs typeface="Arial" pitchFamily="34" charset="0"/>
              </a:defRPr>
            </a:lvl7pPr>
            <a:lvl8pPr marL="2895600" indent="-303213" eaLnBrk="0" fontAlgn="base" hangingPunct="0">
              <a:spcBef>
                <a:spcPct val="0"/>
              </a:spcBef>
              <a:spcAft>
                <a:spcPct val="0"/>
              </a:spcAft>
              <a:defRPr>
                <a:solidFill>
                  <a:schemeClr val="tx1"/>
                </a:solidFill>
                <a:latin typeface="Arial" pitchFamily="34" charset="0"/>
                <a:cs typeface="Arial" pitchFamily="34" charset="0"/>
              </a:defRPr>
            </a:lvl8pPr>
            <a:lvl9pPr marL="3352800" indent="-303213"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lnSpc>
                <a:spcPts val="2400"/>
              </a:lnSpc>
              <a:spcBef>
                <a:spcPct val="30000"/>
              </a:spcBef>
              <a:buClr>
                <a:schemeClr val="tx2"/>
              </a:buClr>
              <a:defRPr/>
            </a:pPr>
            <a:endParaRPr lang="en-GB" altLang="en-US" sz="2000">
              <a:solidFill>
                <a:schemeClr val="bg1"/>
              </a:solidFill>
            </a:endParaRPr>
          </a:p>
        </p:txBody>
      </p:sp>
      <p:sp>
        <p:nvSpPr>
          <p:cNvPr id="11" name="Rectangle 1"/>
          <p:cNvSpPr>
            <a:spLocks noChangeArrowheads="1"/>
          </p:cNvSpPr>
          <p:nvPr userDrawn="1"/>
        </p:nvSpPr>
        <p:spPr bwMode="auto">
          <a:xfrm>
            <a:off x="468313" y="3124200"/>
            <a:ext cx="792162" cy="26988"/>
          </a:xfrm>
          <a:prstGeom prst="rect">
            <a:avLst/>
          </a:prstGeom>
          <a:solidFill>
            <a:schemeClr val="tx2"/>
          </a:solidFill>
          <a:ln w="9525" algn="ctr">
            <a:solidFill>
              <a:schemeClr val="tx2"/>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eaLnBrk="0" hangingPunct="0">
              <a:spcBef>
                <a:spcPct val="30000"/>
              </a:spcBef>
              <a:buClr>
                <a:schemeClr val="tx2"/>
              </a:buClr>
              <a:buChar char="•"/>
              <a:defRPr sz="2200">
                <a:solidFill>
                  <a:schemeClr val="tx1"/>
                </a:solidFill>
                <a:latin typeface="Arial" pitchFamily="34" charset="0"/>
                <a:cs typeface="Arial" pitchFamily="34" charset="0"/>
              </a:defRPr>
            </a:lvl1pPr>
            <a:lvl2pPr marL="742950" indent="-285750" eaLnBrk="0" hangingPunct="0">
              <a:buChar char="–"/>
              <a:defRPr>
                <a:solidFill>
                  <a:schemeClr val="tx1"/>
                </a:solidFill>
                <a:latin typeface="Arial" pitchFamily="34" charset="0"/>
                <a:cs typeface="Arial" pitchFamily="34" charset="0"/>
              </a:defRPr>
            </a:lvl2pPr>
            <a:lvl3pPr marL="1143000" indent="-228600" eaLnBrk="0" hangingPunct="0">
              <a:buChar char="•"/>
              <a:defRPr sz="1600">
                <a:solidFill>
                  <a:schemeClr val="tx1"/>
                </a:solidFill>
                <a:latin typeface="Arial" pitchFamily="34" charset="0"/>
                <a:cs typeface="Arial" pitchFamily="34" charset="0"/>
              </a:defRPr>
            </a:lvl3pPr>
            <a:lvl4pPr marL="1600200" indent="-228600" eaLnBrk="0" hangingPunct="0">
              <a:buChar char="–"/>
              <a:defRPr sz="1600">
                <a:solidFill>
                  <a:schemeClr val="tx1"/>
                </a:solidFill>
                <a:latin typeface="Arial" pitchFamily="34" charset="0"/>
                <a:cs typeface="Arial" pitchFamily="34" charset="0"/>
              </a:defRPr>
            </a:lvl4pPr>
            <a:lvl5pPr marL="2057400" indent="-228600" eaLnBrk="0" hangingPunct="0">
              <a:buFont typeface="Times" pitchFamily="18" charset="0"/>
              <a:buChar char="•"/>
              <a:defRPr sz="1600" i="1">
                <a:solidFill>
                  <a:schemeClr val="tx1"/>
                </a:solidFill>
                <a:latin typeface="Arial" pitchFamily="34" charset="0"/>
                <a:cs typeface="Arial" pitchFamily="34" charset="0"/>
              </a:defRPr>
            </a:lvl5pPr>
            <a:lvl6pPr marL="25146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6pPr>
            <a:lvl7pPr marL="29718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7pPr>
            <a:lvl8pPr marL="34290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8pPr>
            <a:lvl9pPr marL="38862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9pPr>
          </a:lstStyle>
          <a:p>
            <a:pPr>
              <a:spcBef>
                <a:spcPct val="50000"/>
              </a:spcBef>
              <a:buClrTx/>
              <a:buFontTx/>
              <a:buNone/>
              <a:defRPr/>
            </a:pPr>
            <a:endParaRPr lang="en-GB" altLang="en-US" sz="1800">
              <a:ea typeface="ヒラギノ角ゴ Pro W3"/>
              <a:cs typeface="ヒラギノ角ゴ Pro W3"/>
            </a:endParaRPr>
          </a:p>
        </p:txBody>
      </p:sp>
      <p:pic>
        <p:nvPicPr>
          <p:cNvPr id="12" name="Picture 2" descr="C:\Users\kourent\Desktop\_PROJECTS_\VisualBranding_OfficeDocuments\PPT\Output\02\logo.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68313" y="335624"/>
            <a:ext cx="1765542" cy="766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Subtitle 4"/>
          <p:cNvSpPr>
            <a:spLocks noGrp="1"/>
          </p:cNvSpPr>
          <p:nvPr>
            <p:ph type="subTitle" idx="4294967295"/>
          </p:nvPr>
        </p:nvSpPr>
        <p:spPr>
          <a:xfrm>
            <a:off x="468314" y="3233737"/>
            <a:ext cx="2663825" cy="1025129"/>
          </a:xfr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lang="en-GB" altLang="en-US" sz="2000" dirty="0" smtClean="0">
                <a:solidFill>
                  <a:schemeClr val="tx2"/>
                </a:solidFill>
              </a:defRPr>
            </a:lvl1pPr>
          </a:lstStyle>
          <a:p>
            <a:pPr lvl="0"/>
            <a:r>
              <a:rPr lang="en-US" altLang="en-US"/>
              <a:t>Click to edit Master subtitle style</a:t>
            </a:r>
            <a:endParaRPr lang="en-GB" altLang="en-US" dirty="0"/>
          </a:p>
        </p:txBody>
      </p:sp>
      <p:sp>
        <p:nvSpPr>
          <p:cNvPr id="17" name="Text Placeholder 7"/>
          <p:cNvSpPr>
            <a:spLocks noGrp="1"/>
          </p:cNvSpPr>
          <p:nvPr>
            <p:ph type="body" sz="quarter" idx="4294967295"/>
          </p:nvPr>
        </p:nvSpPr>
        <p:spPr>
          <a:xfrm>
            <a:off x="3600450" y="4407694"/>
            <a:ext cx="5183188" cy="665560"/>
          </a:xfr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lang="en-US" altLang="en-US" sz="1800" b="1" dirty="0" smtClean="0">
                <a:solidFill>
                  <a:srgbClr val="003299"/>
                </a:solidFill>
              </a:defRPr>
            </a:lvl1pPr>
            <a:lvl2pPr>
              <a:defRPr lang="en-US" altLang="en-US" dirty="0" smtClean="0"/>
            </a:lvl2pPr>
          </a:lstStyle>
          <a:p>
            <a:pPr lvl="0"/>
            <a:r>
              <a:rPr lang="en-US" altLang="en-US"/>
              <a:t>Click to edit Master text styles</a:t>
            </a:r>
          </a:p>
          <a:p>
            <a:pPr lvl="1"/>
            <a:r>
              <a:rPr lang="en-US" altLang="en-US"/>
              <a:t>Second level</a:t>
            </a:r>
          </a:p>
        </p:txBody>
      </p:sp>
      <p:sp>
        <p:nvSpPr>
          <p:cNvPr id="3" name="Text Placeholder 2"/>
          <p:cNvSpPr>
            <a:spLocks noGrp="1"/>
          </p:cNvSpPr>
          <p:nvPr>
            <p:ph type="body" sz="quarter" idx="11"/>
          </p:nvPr>
        </p:nvSpPr>
        <p:spPr>
          <a:xfrm>
            <a:off x="4486275" y="1638300"/>
            <a:ext cx="4297363" cy="2457450"/>
          </a:xfrm>
        </p:spPr>
        <p:txBody>
          <a:bodyPr/>
          <a:lstStyle>
            <a:lvl1pPr marL="0" indent="0">
              <a:buNone/>
              <a:defRPr sz="2000">
                <a:solidFill>
                  <a:schemeClr val="bg1">
                    <a:lumMod val="95000"/>
                  </a:schemeClr>
                </a:solidFill>
              </a:defRPr>
            </a:lvl1pPr>
          </a:lstStyle>
          <a:p>
            <a:pPr lvl="0"/>
            <a:r>
              <a:rPr lang="en-US"/>
              <a:t>Click to edit Master text styles</a:t>
            </a:r>
          </a:p>
        </p:txBody>
      </p:sp>
      <p:sp>
        <p:nvSpPr>
          <p:cNvPr id="18" name="Title 2"/>
          <p:cNvSpPr>
            <a:spLocks noGrp="1"/>
          </p:cNvSpPr>
          <p:nvPr>
            <p:ph type="ctrTitle"/>
          </p:nvPr>
        </p:nvSpPr>
        <p:spPr>
          <a:xfrm>
            <a:off x="468314" y="1653779"/>
            <a:ext cx="3024187" cy="1458515"/>
          </a:xfrm>
        </p:spPr>
        <p:txBody>
          <a:bodyPr/>
          <a:lstStyle>
            <a:lvl1pPr>
              <a:lnSpc>
                <a:spcPts val="3500"/>
              </a:lnSpc>
              <a:defRPr sz="3200"/>
            </a:lvl1pPr>
          </a:lstStyle>
          <a:p>
            <a:r>
              <a:rPr lang="en-US" altLang="en-US"/>
              <a:t>Click to edit Master title style</a:t>
            </a:r>
            <a:endParaRPr lang="en-GB" altLang="en-US" dirty="0"/>
          </a:p>
        </p:txBody>
      </p:sp>
      <p:sp>
        <p:nvSpPr>
          <p:cNvPr id="14" name="Text Placeholder 7"/>
          <p:cNvSpPr>
            <a:spLocks noGrp="1"/>
          </p:cNvSpPr>
          <p:nvPr>
            <p:ph type="body" sz="quarter" idx="4294967295"/>
          </p:nvPr>
        </p:nvSpPr>
        <p:spPr>
          <a:xfrm>
            <a:off x="468313" y="4408884"/>
            <a:ext cx="2543244" cy="665560"/>
          </a:xfr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lang="en-US" altLang="en-US" sz="1600" b="1" kern="1200" dirty="0" smtClean="0">
                <a:solidFill>
                  <a:schemeClr val="bg1"/>
                </a:solidFill>
                <a:latin typeface="Arial" pitchFamily="34" charset="0"/>
                <a:cs typeface="Arial" pitchFamily="34" charset="0"/>
              </a:defRPr>
            </a:lvl1pPr>
            <a:lvl2pPr>
              <a:defRPr lang="en-US" altLang="en-US" kern="1200" dirty="0" smtClean="0">
                <a:latin typeface="Arial" pitchFamily="34" charset="0"/>
                <a:ea typeface="+mn-ea"/>
                <a:cs typeface="Arial" pitchFamily="34" charset="0"/>
              </a:defRPr>
            </a:lvl2pPr>
          </a:lstStyle>
          <a:p>
            <a:pPr lvl="0"/>
            <a:r>
              <a:rPr lang="en-US" altLang="en-US"/>
              <a:t>Click to edit Master text styles</a:t>
            </a:r>
          </a:p>
        </p:txBody>
      </p:sp>
    </p:spTree>
    <p:extLst>
      <p:ext uri="{BB962C8B-B14F-4D97-AF65-F5344CB8AC3E}">
        <p14:creationId xmlns:p14="http://schemas.microsoft.com/office/powerpoint/2010/main" val="35468447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9"/>
          <p:cNvSpPr>
            <a:spLocks noChangeArrowheads="1"/>
          </p:cNvSpPr>
          <p:nvPr userDrawn="1"/>
        </p:nvSpPr>
        <p:spPr bwMode="auto">
          <a:xfrm>
            <a:off x="6372225" y="4860925"/>
            <a:ext cx="2290763" cy="141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a:lnSpc>
                <a:spcPts val="1200"/>
              </a:lnSpc>
              <a:defRPr/>
            </a:pPr>
            <a:r>
              <a:rPr lang="en-GB" altLang="en-US" sz="900" dirty="0">
                <a:solidFill>
                  <a:schemeClr val="bg1"/>
                </a:solidFill>
              </a:rPr>
              <a:t>www.ecb.europa.eu © </a:t>
            </a:r>
          </a:p>
        </p:txBody>
      </p:sp>
      <p:sp>
        <p:nvSpPr>
          <p:cNvPr id="22" name="Content Placeholder 2"/>
          <p:cNvSpPr>
            <a:spLocks noGrp="1"/>
          </p:cNvSpPr>
          <p:nvPr>
            <p:ph idx="1"/>
          </p:nvPr>
        </p:nvSpPr>
        <p:spPr>
          <a:xfrm>
            <a:off x="4787900" y="681038"/>
            <a:ext cx="4032250" cy="3459956"/>
          </a:xfrm>
        </p:spPr>
        <p:txBody>
          <a:bodyPr/>
          <a:lstStyle/>
          <a:p>
            <a:pPr lvl="0"/>
            <a:r>
              <a:rPr lang="en-US"/>
              <a:t>Click to edit Master text styles</a:t>
            </a:r>
          </a:p>
        </p:txBody>
      </p:sp>
      <p:sp>
        <p:nvSpPr>
          <p:cNvPr id="10" name="Rectangle 4"/>
          <p:cNvSpPr>
            <a:spLocks noGrp="1" noChangeArrowheads="1"/>
          </p:cNvSpPr>
          <p:nvPr>
            <p:ph type="title"/>
          </p:nvPr>
        </p:nvSpPr>
        <p:spPr>
          <a:xfrm>
            <a:off x="463551" y="411956"/>
            <a:ext cx="8404225" cy="633413"/>
          </a:xfr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t"/>
          <a:lstStyle>
            <a:lvl1pPr>
              <a:defRPr lang="en-GB" altLang="en-US" sz="2800" kern="1200" dirty="0" smtClean="0"/>
            </a:lvl1pPr>
          </a:lstStyle>
          <a:p>
            <a:pPr lvl="0"/>
            <a:r>
              <a:rPr lang="en-US" altLang="en-US"/>
              <a:t>Click to edit Master title style</a:t>
            </a:r>
            <a:endParaRPr lang="en-GB" altLang="en-US" dirty="0"/>
          </a:p>
        </p:txBody>
      </p:sp>
      <p:sp>
        <p:nvSpPr>
          <p:cNvPr id="5" name="Slide Number Placeholder 5"/>
          <p:cNvSpPr>
            <a:spLocks noGrp="1"/>
          </p:cNvSpPr>
          <p:nvPr>
            <p:ph type="sldNum" sz="quarter" idx="10"/>
          </p:nvPr>
        </p:nvSpPr>
        <p:spPr>
          <a:xfrm>
            <a:off x="4357688" y="4856163"/>
            <a:ext cx="414337" cy="13811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lgn="ctr" eaLnBrk="0" hangingPunct="0">
              <a:lnSpc>
                <a:spcPts val="1200"/>
              </a:lnSpc>
              <a:defRPr lang="en-GB" sz="900">
                <a:solidFill>
                  <a:schemeClr val="bg1"/>
                </a:solidFill>
              </a:defRPr>
            </a:lvl1pPr>
          </a:lstStyle>
          <a:p>
            <a:pPr>
              <a:defRPr/>
            </a:pPr>
            <a:fld id="{709D98C6-26D6-459A-841A-186F99F43B1C}" type="slidenum">
              <a:rPr/>
              <a:pPr>
                <a:defRPr/>
              </a:pPr>
              <a:t>‹#›</a:t>
            </a:fld>
            <a:endParaRPr dirty="0"/>
          </a:p>
        </p:txBody>
      </p:sp>
    </p:spTree>
    <p:extLst>
      <p:ext uri="{BB962C8B-B14F-4D97-AF65-F5344CB8AC3E}">
        <p14:creationId xmlns:p14="http://schemas.microsoft.com/office/powerpoint/2010/main" val="1067118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Bridge">
    <p:bg>
      <p:bgPr>
        <a:blipFill dpi="0" rotWithShape="0">
          <a:blip r:embed="rId18"/>
          <a:srcRect/>
          <a:stretch>
            <a:fillRect/>
          </a:stretch>
        </a:blipFill>
        <a:effectLst/>
      </p:bgPr>
    </p:bg>
    <p:spTree>
      <p:nvGrpSpPr>
        <p:cNvPr id="1" name=""/>
        <p:cNvGrpSpPr/>
        <p:nvPr/>
      </p:nvGrpSpPr>
      <p:grpSpPr>
        <a:xfrm>
          <a:off x="0" y="0"/>
          <a:ext cx="0" cy="0"/>
          <a:chOff x="0" y="0"/>
          <a:chExt cx="0" cy="0"/>
        </a:xfrm>
      </p:grpSpPr>
      <p:grpSp>
        <p:nvGrpSpPr>
          <p:cNvPr id="3" name="Group 10"/>
          <p:cNvGrpSpPr>
            <a:grpSpLocks/>
          </p:cNvGrpSpPr>
          <p:nvPr userDrawn="1"/>
        </p:nvGrpSpPr>
        <p:grpSpPr bwMode="auto">
          <a:xfrm>
            <a:off x="525463" y="1116013"/>
            <a:ext cx="7999412" cy="2686050"/>
            <a:chOff x="318484" y="1489075"/>
            <a:chExt cx="8527332" cy="3581400"/>
          </a:xfrm>
        </p:grpSpPr>
        <p:sp>
          <p:nvSpPr>
            <p:cNvPr id="4" name="Rectangle 5"/>
            <p:cNvSpPr>
              <a:spLocks noChangeArrowheads="1"/>
            </p:cNvSpPr>
            <p:nvPr>
              <p:custDataLst>
                <p:tags r:id="rId1"/>
              </p:custDataLst>
            </p:nvPr>
          </p:nvSpPr>
          <p:spPr bwMode="auto">
            <a:xfrm>
              <a:off x="318484" y="1489075"/>
              <a:ext cx="382452" cy="381000"/>
            </a:xfrm>
            <a:prstGeom prst="rect">
              <a:avLst/>
            </a:prstGeom>
            <a:solidFill>
              <a:srgbClr val="003299"/>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353535"/>
                    </a:outerShdw>
                  </a:effectLst>
                </a14:hiddenEffects>
              </a:ext>
            </a:extLst>
          </p:spPr>
          <p:txBody>
            <a:bodyPr wrap="none" anchor="ctr"/>
            <a:lstStyle>
              <a:lvl1pPr eaLnBrk="0" hangingPunct="0">
                <a:spcBef>
                  <a:spcPct val="30000"/>
                </a:spcBef>
                <a:buClr>
                  <a:schemeClr val="tx2"/>
                </a:buClr>
                <a:buChar char="•"/>
                <a:defRPr sz="2200">
                  <a:solidFill>
                    <a:schemeClr val="tx1"/>
                  </a:solidFill>
                  <a:latin typeface="Arial" pitchFamily="34" charset="0"/>
                  <a:cs typeface="Arial" pitchFamily="34" charset="0"/>
                </a:defRPr>
              </a:lvl1pPr>
              <a:lvl2pPr marL="742950" indent="-285750" eaLnBrk="0" hangingPunct="0">
                <a:buChar char="–"/>
                <a:defRPr>
                  <a:solidFill>
                    <a:schemeClr val="tx1"/>
                  </a:solidFill>
                  <a:latin typeface="Arial" pitchFamily="34" charset="0"/>
                  <a:cs typeface="Arial" pitchFamily="34" charset="0"/>
                </a:defRPr>
              </a:lvl2pPr>
              <a:lvl3pPr marL="1143000" indent="-228600" eaLnBrk="0" hangingPunct="0">
                <a:buChar char="•"/>
                <a:defRPr sz="1600">
                  <a:solidFill>
                    <a:schemeClr val="tx1"/>
                  </a:solidFill>
                  <a:latin typeface="Arial" pitchFamily="34" charset="0"/>
                  <a:cs typeface="Arial" pitchFamily="34" charset="0"/>
                </a:defRPr>
              </a:lvl3pPr>
              <a:lvl4pPr marL="1600200" indent="-228600" eaLnBrk="0" hangingPunct="0">
                <a:buChar char="–"/>
                <a:defRPr sz="1600">
                  <a:solidFill>
                    <a:schemeClr val="tx1"/>
                  </a:solidFill>
                  <a:latin typeface="Arial" pitchFamily="34" charset="0"/>
                  <a:cs typeface="Arial" pitchFamily="34" charset="0"/>
                </a:defRPr>
              </a:lvl4pPr>
              <a:lvl5pPr marL="2057400" indent="-228600" eaLnBrk="0" hangingPunct="0">
                <a:buFont typeface="Times" pitchFamily="18" charset="0"/>
                <a:buChar char="•"/>
                <a:defRPr sz="1600" i="1">
                  <a:solidFill>
                    <a:schemeClr val="tx1"/>
                  </a:solidFill>
                  <a:latin typeface="Arial" pitchFamily="34" charset="0"/>
                  <a:cs typeface="Arial" pitchFamily="34" charset="0"/>
                </a:defRPr>
              </a:lvl5pPr>
              <a:lvl6pPr marL="25146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6pPr>
              <a:lvl7pPr marL="29718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7pPr>
              <a:lvl8pPr marL="34290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8pPr>
              <a:lvl9pPr marL="38862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9pPr>
            </a:lstStyle>
            <a:p>
              <a:pPr algn="ctr" eaLnBrk="1" hangingPunct="1">
                <a:spcBef>
                  <a:spcPct val="0"/>
                </a:spcBef>
                <a:buClrTx/>
                <a:buFontTx/>
                <a:buNone/>
                <a:defRPr/>
              </a:pPr>
              <a:r>
                <a:rPr lang="en-GB" altLang="en-US" sz="1800" b="1">
                  <a:solidFill>
                    <a:srgbClr val="FFFFFF"/>
                  </a:solidFill>
                </a:rPr>
                <a:t>1</a:t>
              </a:r>
            </a:p>
          </p:txBody>
        </p:sp>
        <p:sp>
          <p:nvSpPr>
            <p:cNvPr id="5" name="Rectangle 6"/>
            <p:cNvSpPr>
              <a:spLocks noChangeArrowheads="1"/>
            </p:cNvSpPr>
            <p:nvPr>
              <p:custDataLst>
                <p:tags r:id="rId2"/>
              </p:custDataLst>
            </p:nvPr>
          </p:nvSpPr>
          <p:spPr bwMode="auto">
            <a:xfrm>
              <a:off x="318484" y="1946275"/>
              <a:ext cx="382452" cy="381000"/>
            </a:xfrm>
            <a:prstGeom prst="rect">
              <a:avLst/>
            </a:prstGeom>
            <a:solidFill>
              <a:srgbClr val="003299"/>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353535"/>
                    </a:outerShdw>
                  </a:effectLst>
                </a14:hiddenEffects>
              </a:ext>
            </a:extLst>
          </p:spPr>
          <p:txBody>
            <a:bodyPr wrap="none" anchor="ctr"/>
            <a:lstStyle>
              <a:lvl1pPr eaLnBrk="0" hangingPunct="0">
                <a:spcBef>
                  <a:spcPct val="30000"/>
                </a:spcBef>
                <a:buClr>
                  <a:schemeClr val="tx2"/>
                </a:buClr>
                <a:buChar char="•"/>
                <a:defRPr sz="2200">
                  <a:solidFill>
                    <a:schemeClr val="tx1"/>
                  </a:solidFill>
                  <a:latin typeface="Arial" pitchFamily="34" charset="0"/>
                  <a:cs typeface="Arial" pitchFamily="34" charset="0"/>
                </a:defRPr>
              </a:lvl1pPr>
              <a:lvl2pPr marL="742950" indent="-285750" eaLnBrk="0" hangingPunct="0">
                <a:buChar char="–"/>
                <a:defRPr>
                  <a:solidFill>
                    <a:schemeClr val="tx1"/>
                  </a:solidFill>
                  <a:latin typeface="Arial" pitchFamily="34" charset="0"/>
                  <a:cs typeface="Arial" pitchFamily="34" charset="0"/>
                </a:defRPr>
              </a:lvl2pPr>
              <a:lvl3pPr marL="1143000" indent="-228600" eaLnBrk="0" hangingPunct="0">
                <a:buChar char="•"/>
                <a:defRPr sz="1600">
                  <a:solidFill>
                    <a:schemeClr val="tx1"/>
                  </a:solidFill>
                  <a:latin typeface="Arial" pitchFamily="34" charset="0"/>
                  <a:cs typeface="Arial" pitchFamily="34" charset="0"/>
                </a:defRPr>
              </a:lvl3pPr>
              <a:lvl4pPr marL="1600200" indent="-228600" eaLnBrk="0" hangingPunct="0">
                <a:buChar char="–"/>
                <a:defRPr sz="1600">
                  <a:solidFill>
                    <a:schemeClr val="tx1"/>
                  </a:solidFill>
                  <a:latin typeface="Arial" pitchFamily="34" charset="0"/>
                  <a:cs typeface="Arial" pitchFamily="34" charset="0"/>
                </a:defRPr>
              </a:lvl4pPr>
              <a:lvl5pPr marL="2057400" indent="-228600" eaLnBrk="0" hangingPunct="0">
                <a:buFont typeface="Times" pitchFamily="18" charset="0"/>
                <a:buChar char="•"/>
                <a:defRPr sz="1600" i="1">
                  <a:solidFill>
                    <a:schemeClr val="tx1"/>
                  </a:solidFill>
                  <a:latin typeface="Arial" pitchFamily="34" charset="0"/>
                  <a:cs typeface="Arial" pitchFamily="34" charset="0"/>
                </a:defRPr>
              </a:lvl5pPr>
              <a:lvl6pPr marL="25146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6pPr>
              <a:lvl7pPr marL="29718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7pPr>
              <a:lvl8pPr marL="34290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8pPr>
              <a:lvl9pPr marL="38862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9pPr>
            </a:lstStyle>
            <a:p>
              <a:pPr algn="ctr" eaLnBrk="1" hangingPunct="1">
                <a:spcBef>
                  <a:spcPct val="0"/>
                </a:spcBef>
                <a:buClrTx/>
                <a:buFontTx/>
                <a:buNone/>
                <a:defRPr/>
              </a:pPr>
              <a:r>
                <a:rPr lang="en-GB" altLang="en-US" sz="1800" b="1">
                  <a:solidFill>
                    <a:srgbClr val="FFFFFF"/>
                  </a:solidFill>
                </a:rPr>
                <a:t>2</a:t>
              </a:r>
            </a:p>
          </p:txBody>
        </p:sp>
        <p:sp>
          <p:nvSpPr>
            <p:cNvPr id="6" name="Rectangle 7"/>
            <p:cNvSpPr>
              <a:spLocks noChangeArrowheads="1"/>
            </p:cNvSpPr>
            <p:nvPr>
              <p:custDataLst>
                <p:tags r:id="rId3"/>
              </p:custDataLst>
            </p:nvPr>
          </p:nvSpPr>
          <p:spPr bwMode="auto">
            <a:xfrm>
              <a:off x="318484" y="2403475"/>
              <a:ext cx="382452" cy="381000"/>
            </a:xfrm>
            <a:prstGeom prst="rect">
              <a:avLst/>
            </a:prstGeom>
            <a:solidFill>
              <a:srgbClr val="003299"/>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353535"/>
                    </a:outerShdw>
                  </a:effectLst>
                </a14:hiddenEffects>
              </a:ext>
            </a:extLst>
          </p:spPr>
          <p:txBody>
            <a:bodyPr wrap="none" anchor="ctr"/>
            <a:lstStyle>
              <a:lvl1pPr eaLnBrk="0" hangingPunct="0">
                <a:spcBef>
                  <a:spcPct val="30000"/>
                </a:spcBef>
                <a:buClr>
                  <a:schemeClr val="tx2"/>
                </a:buClr>
                <a:buChar char="•"/>
                <a:defRPr sz="2200">
                  <a:solidFill>
                    <a:schemeClr val="tx1"/>
                  </a:solidFill>
                  <a:latin typeface="Arial" pitchFamily="34" charset="0"/>
                  <a:cs typeface="Arial" pitchFamily="34" charset="0"/>
                </a:defRPr>
              </a:lvl1pPr>
              <a:lvl2pPr marL="742950" indent="-285750" eaLnBrk="0" hangingPunct="0">
                <a:buChar char="–"/>
                <a:defRPr>
                  <a:solidFill>
                    <a:schemeClr val="tx1"/>
                  </a:solidFill>
                  <a:latin typeface="Arial" pitchFamily="34" charset="0"/>
                  <a:cs typeface="Arial" pitchFamily="34" charset="0"/>
                </a:defRPr>
              </a:lvl2pPr>
              <a:lvl3pPr marL="1143000" indent="-228600" eaLnBrk="0" hangingPunct="0">
                <a:buChar char="•"/>
                <a:defRPr sz="1600">
                  <a:solidFill>
                    <a:schemeClr val="tx1"/>
                  </a:solidFill>
                  <a:latin typeface="Arial" pitchFamily="34" charset="0"/>
                  <a:cs typeface="Arial" pitchFamily="34" charset="0"/>
                </a:defRPr>
              </a:lvl3pPr>
              <a:lvl4pPr marL="1600200" indent="-228600" eaLnBrk="0" hangingPunct="0">
                <a:buChar char="–"/>
                <a:defRPr sz="1600">
                  <a:solidFill>
                    <a:schemeClr val="tx1"/>
                  </a:solidFill>
                  <a:latin typeface="Arial" pitchFamily="34" charset="0"/>
                  <a:cs typeface="Arial" pitchFamily="34" charset="0"/>
                </a:defRPr>
              </a:lvl4pPr>
              <a:lvl5pPr marL="2057400" indent="-228600" eaLnBrk="0" hangingPunct="0">
                <a:buFont typeface="Times" pitchFamily="18" charset="0"/>
                <a:buChar char="•"/>
                <a:defRPr sz="1600" i="1">
                  <a:solidFill>
                    <a:schemeClr val="tx1"/>
                  </a:solidFill>
                  <a:latin typeface="Arial" pitchFamily="34" charset="0"/>
                  <a:cs typeface="Arial" pitchFamily="34" charset="0"/>
                </a:defRPr>
              </a:lvl5pPr>
              <a:lvl6pPr marL="25146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6pPr>
              <a:lvl7pPr marL="29718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7pPr>
              <a:lvl8pPr marL="34290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8pPr>
              <a:lvl9pPr marL="38862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9pPr>
            </a:lstStyle>
            <a:p>
              <a:pPr algn="ctr" eaLnBrk="1" hangingPunct="1">
                <a:spcBef>
                  <a:spcPct val="0"/>
                </a:spcBef>
                <a:buClrTx/>
                <a:buFontTx/>
                <a:buNone/>
                <a:defRPr/>
              </a:pPr>
              <a:r>
                <a:rPr lang="en-GB" altLang="en-US" sz="1800" b="1">
                  <a:solidFill>
                    <a:srgbClr val="FFFFFF"/>
                  </a:solidFill>
                </a:rPr>
                <a:t>3</a:t>
              </a:r>
            </a:p>
          </p:txBody>
        </p:sp>
        <p:sp>
          <p:nvSpPr>
            <p:cNvPr id="7" name="Rectangle 8"/>
            <p:cNvSpPr>
              <a:spLocks noChangeArrowheads="1"/>
            </p:cNvSpPr>
            <p:nvPr>
              <p:custDataLst>
                <p:tags r:id="rId4"/>
              </p:custDataLst>
            </p:nvPr>
          </p:nvSpPr>
          <p:spPr bwMode="auto">
            <a:xfrm>
              <a:off x="821087" y="1946275"/>
              <a:ext cx="8023038" cy="381000"/>
            </a:xfrm>
            <a:prstGeom prst="rect">
              <a:avLst/>
            </a:prstGeom>
            <a:solidFill>
              <a:schemeClr val="bg1">
                <a:lumMod val="95000"/>
              </a:schemeClr>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858585"/>
                    </a:outerShdw>
                  </a:effectLst>
                </a14:hiddenEffects>
              </a:ext>
            </a:extLst>
          </p:spPr>
          <p:txBody>
            <a:bodyPr anchor="ctr"/>
            <a:lstStyle>
              <a:lvl1pPr eaLnBrk="0" hangingPunct="0">
                <a:spcBef>
                  <a:spcPct val="30000"/>
                </a:spcBef>
                <a:buClr>
                  <a:schemeClr val="tx2"/>
                </a:buClr>
                <a:buChar char="•"/>
                <a:defRPr sz="2200">
                  <a:solidFill>
                    <a:schemeClr val="tx1"/>
                  </a:solidFill>
                  <a:latin typeface="Arial" pitchFamily="34" charset="0"/>
                  <a:cs typeface="Arial" pitchFamily="34" charset="0"/>
                </a:defRPr>
              </a:lvl1pPr>
              <a:lvl2pPr marL="742950" indent="-285750" eaLnBrk="0" hangingPunct="0">
                <a:buChar char="–"/>
                <a:defRPr>
                  <a:solidFill>
                    <a:schemeClr val="tx1"/>
                  </a:solidFill>
                  <a:latin typeface="Arial" pitchFamily="34" charset="0"/>
                  <a:cs typeface="Arial" pitchFamily="34" charset="0"/>
                </a:defRPr>
              </a:lvl2pPr>
              <a:lvl3pPr marL="1143000" indent="-228600" eaLnBrk="0" hangingPunct="0">
                <a:buChar char="•"/>
                <a:defRPr sz="1600">
                  <a:solidFill>
                    <a:schemeClr val="tx1"/>
                  </a:solidFill>
                  <a:latin typeface="Arial" pitchFamily="34" charset="0"/>
                  <a:cs typeface="Arial" pitchFamily="34" charset="0"/>
                </a:defRPr>
              </a:lvl3pPr>
              <a:lvl4pPr marL="1600200" indent="-228600" eaLnBrk="0" hangingPunct="0">
                <a:buChar char="–"/>
                <a:defRPr sz="1600">
                  <a:solidFill>
                    <a:schemeClr val="tx1"/>
                  </a:solidFill>
                  <a:latin typeface="Arial" pitchFamily="34" charset="0"/>
                  <a:cs typeface="Arial" pitchFamily="34" charset="0"/>
                </a:defRPr>
              </a:lvl4pPr>
              <a:lvl5pPr marL="2057400" indent="-228600" eaLnBrk="0" hangingPunct="0">
                <a:buFont typeface="Times" pitchFamily="18" charset="0"/>
                <a:buChar char="•"/>
                <a:defRPr sz="1600" i="1">
                  <a:solidFill>
                    <a:schemeClr val="tx1"/>
                  </a:solidFill>
                  <a:latin typeface="Arial" pitchFamily="34" charset="0"/>
                  <a:cs typeface="Arial" pitchFamily="34" charset="0"/>
                </a:defRPr>
              </a:lvl5pPr>
              <a:lvl6pPr marL="25146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6pPr>
              <a:lvl7pPr marL="29718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7pPr>
              <a:lvl8pPr marL="34290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8pPr>
              <a:lvl9pPr marL="38862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9pPr>
            </a:lstStyle>
            <a:p>
              <a:pPr eaLnBrk="1" hangingPunct="1">
                <a:spcBef>
                  <a:spcPct val="0"/>
                </a:spcBef>
                <a:buClrTx/>
                <a:buFontTx/>
                <a:buNone/>
                <a:defRPr/>
              </a:pPr>
              <a:r>
                <a:rPr lang="en-GB" altLang="en-US" sz="1800"/>
                <a:t>Double entry system</a:t>
              </a:r>
            </a:p>
          </p:txBody>
        </p:sp>
        <p:sp>
          <p:nvSpPr>
            <p:cNvPr id="8" name="Rectangle 9"/>
            <p:cNvSpPr>
              <a:spLocks noChangeArrowheads="1"/>
            </p:cNvSpPr>
            <p:nvPr>
              <p:custDataLst>
                <p:tags r:id="rId5"/>
              </p:custDataLst>
            </p:nvPr>
          </p:nvSpPr>
          <p:spPr bwMode="auto">
            <a:xfrm>
              <a:off x="821087" y="2403475"/>
              <a:ext cx="8023038" cy="381000"/>
            </a:xfrm>
            <a:prstGeom prst="rect">
              <a:avLst/>
            </a:prstGeom>
            <a:solidFill>
              <a:schemeClr val="bg1">
                <a:lumMod val="95000"/>
              </a:schemeClr>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858585"/>
                    </a:outerShdw>
                  </a:effectLst>
                </a14:hiddenEffects>
              </a:ext>
            </a:extLst>
          </p:spPr>
          <p:txBody>
            <a:bodyPr anchor="ctr"/>
            <a:lstStyle>
              <a:lvl1pPr eaLnBrk="0" hangingPunct="0">
                <a:spcBef>
                  <a:spcPct val="30000"/>
                </a:spcBef>
                <a:buClr>
                  <a:schemeClr val="tx2"/>
                </a:buClr>
                <a:buChar char="•"/>
                <a:defRPr sz="2200">
                  <a:solidFill>
                    <a:schemeClr val="tx1"/>
                  </a:solidFill>
                  <a:latin typeface="Arial" pitchFamily="34" charset="0"/>
                  <a:cs typeface="Arial" pitchFamily="34" charset="0"/>
                </a:defRPr>
              </a:lvl1pPr>
              <a:lvl2pPr marL="742950" indent="-285750" eaLnBrk="0" hangingPunct="0">
                <a:buChar char="–"/>
                <a:defRPr>
                  <a:solidFill>
                    <a:schemeClr val="tx1"/>
                  </a:solidFill>
                  <a:latin typeface="Arial" pitchFamily="34" charset="0"/>
                  <a:cs typeface="Arial" pitchFamily="34" charset="0"/>
                </a:defRPr>
              </a:lvl2pPr>
              <a:lvl3pPr marL="1143000" indent="-228600" eaLnBrk="0" hangingPunct="0">
                <a:buChar char="•"/>
                <a:defRPr sz="1600">
                  <a:solidFill>
                    <a:schemeClr val="tx1"/>
                  </a:solidFill>
                  <a:latin typeface="Arial" pitchFamily="34" charset="0"/>
                  <a:cs typeface="Arial" pitchFamily="34" charset="0"/>
                </a:defRPr>
              </a:lvl3pPr>
              <a:lvl4pPr marL="1600200" indent="-228600" eaLnBrk="0" hangingPunct="0">
                <a:buChar char="–"/>
                <a:defRPr sz="1600">
                  <a:solidFill>
                    <a:schemeClr val="tx1"/>
                  </a:solidFill>
                  <a:latin typeface="Arial" pitchFamily="34" charset="0"/>
                  <a:cs typeface="Arial" pitchFamily="34" charset="0"/>
                </a:defRPr>
              </a:lvl4pPr>
              <a:lvl5pPr marL="2057400" indent="-228600" eaLnBrk="0" hangingPunct="0">
                <a:buFont typeface="Times" pitchFamily="18" charset="0"/>
                <a:buChar char="•"/>
                <a:defRPr sz="1600" i="1">
                  <a:solidFill>
                    <a:schemeClr val="tx1"/>
                  </a:solidFill>
                  <a:latin typeface="Arial" pitchFamily="34" charset="0"/>
                  <a:cs typeface="Arial" pitchFamily="34" charset="0"/>
                </a:defRPr>
              </a:lvl5pPr>
              <a:lvl6pPr marL="25146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6pPr>
              <a:lvl7pPr marL="29718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7pPr>
              <a:lvl8pPr marL="34290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8pPr>
              <a:lvl9pPr marL="38862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9pPr>
            </a:lstStyle>
            <a:p>
              <a:pPr eaLnBrk="1" hangingPunct="1">
                <a:spcBef>
                  <a:spcPct val="0"/>
                </a:spcBef>
                <a:buClrTx/>
                <a:buFontTx/>
                <a:buNone/>
                <a:defRPr/>
              </a:pPr>
              <a:r>
                <a:rPr lang="en-GB" altLang="en-US" sz="1800"/>
                <a:t>Time of recording the transactions</a:t>
              </a:r>
            </a:p>
          </p:txBody>
        </p:sp>
        <p:sp>
          <p:nvSpPr>
            <p:cNvPr id="9" name="Rectangle 10"/>
            <p:cNvSpPr>
              <a:spLocks noChangeArrowheads="1"/>
            </p:cNvSpPr>
            <p:nvPr>
              <p:custDataLst>
                <p:tags r:id="rId6"/>
              </p:custDataLst>
            </p:nvPr>
          </p:nvSpPr>
          <p:spPr bwMode="auto">
            <a:xfrm>
              <a:off x="821087" y="1489075"/>
              <a:ext cx="8023038" cy="381000"/>
            </a:xfrm>
            <a:prstGeom prst="rect">
              <a:avLst/>
            </a:prstGeom>
            <a:solidFill>
              <a:schemeClr val="bg1">
                <a:lumMod val="95000"/>
              </a:schemeClr>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858585"/>
                    </a:outerShdw>
                  </a:effectLst>
                </a14:hiddenEffects>
              </a:ext>
            </a:extLst>
          </p:spPr>
          <p:txBody>
            <a:bodyPr anchor="ctr"/>
            <a:lstStyle>
              <a:lvl1pPr eaLnBrk="0" hangingPunct="0">
                <a:spcBef>
                  <a:spcPct val="30000"/>
                </a:spcBef>
                <a:buClr>
                  <a:schemeClr val="tx2"/>
                </a:buClr>
                <a:buChar char="•"/>
                <a:defRPr sz="2200">
                  <a:solidFill>
                    <a:schemeClr val="tx1"/>
                  </a:solidFill>
                  <a:latin typeface="Arial" pitchFamily="34" charset="0"/>
                  <a:cs typeface="Arial" pitchFamily="34" charset="0"/>
                </a:defRPr>
              </a:lvl1pPr>
              <a:lvl2pPr marL="742950" indent="-285750" eaLnBrk="0" hangingPunct="0">
                <a:buChar char="–"/>
                <a:defRPr>
                  <a:solidFill>
                    <a:schemeClr val="tx1"/>
                  </a:solidFill>
                  <a:latin typeface="Arial" pitchFamily="34" charset="0"/>
                  <a:cs typeface="Arial" pitchFamily="34" charset="0"/>
                </a:defRPr>
              </a:lvl2pPr>
              <a:lvl3pPr marL="1143000" indent="-228600" eaLnBrk="0" hangingPunct="0">
                <a:buChar char="•"/>
                <a:defRPr sz="1600">
                  <a:solidFill>
                    <a:schemeClr val="tx1"/>
                  </a:solidFill>
                  <a:latin typeface="Arial" pitchFamily="34" charset="0"/>
                  <a:cs typeface="Arial" pitchFamily="34" charset="0"/>
                </a:defRPr>
              </a:lvl3pPr>
              <a:lvl4pPr marL="1600200" indent="-228600" eaLnBrk="0" hangingPunct="0">
                <a:buChar char="–"/>
                <a:defRPr sz="1600">
                  <a:solidFill>
                    <a:schemeClr val="tx1"/>
                  </a:solidFill>
                  <a:latin typeface="Arial" pitchFamily="34" charset="0"/>
                  <a:cs typeface="Arial" pitchFamily="34" charset="0"/>
                </a:defRPr>
              </a:lvl4pPr>
              <a:lvl5pPr marL="2057400" indent="-228600" eaLnBrk="0" hangingPunct="0">
                <a:buFont typeface="Times" pitchFamily="18" charset="0"/>
                <a:buChar char="•"/>
                <a:defRPr sz="1600" i="1">
                  <a:solidFill>
                    <a:schemeClr val="tx1"/>
                  </a:solidFill>
                  <a:latin typeface="Arial" pitchFamily="34" charset="0"/>
                  <a:cs typeface="Arial" pitchFamily="34" charset="0"/>
                </a:defRPr>
              </a:lvl5pPr>
              <a:lvl6pPr marL="25146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6pPr>
              <a:lvl7pPr marL="29718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7pPr>
              <a:lvl8pPr marL="34290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8pPr>
              <a:lvl9pPr marL="38862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9pPr>
            </a:lstStyle>
            <a:p>
              <a:pPr eaLnBrk="1" hangingPunct="1">
                <a:spcBef>
                  <a:spcPct val="0"/>
                </a:spcBef>
                <a:buClrTx/>
                <a:buFontTx/>
                <a:buNone/>
                <a:defRPr/>
              </a:pPr>
              <a:r>
                <a:rPr lang="en-GB" altLang="en-US" sz="1800" dirty="0"/>
                <a:t>Definition of </a:t>
              </a:r>
              <a:r>
                <a:rPr lang="en-GB" altLang="en-US" sz="1800" dirty="0" err="1"/>
                <a:t>b.o.p</a:t>
              </a:r>
              <a:r>
                <a:rPr lang="en-GB" altLang="en-US" sz="1800" dirty="0"/>
                <a:t>. and </a:t>
              </a:r>
              <a:r>
                <a:rPr lang="en-GB" altLang="en-US" sz="1800" dirty="0" err="1"/>
                <a:t>i.i.p</a:t>
              </a:r>
              <a:r>
                <a:rPr lang="en-GB" altLang="en-US" sz="1800" dirty="0"/>
                <a:t>.</a:t>
              </a:r>
            </a:p>
          </p:txBody>
        </p:sp>
        <p:sp>
          <p:nvSpPr>
            <p:cNvPr id="10" name="Rectangle 9"/>
            <p:cNvSpPr>
              <a:spLocks noChangeArrowheads="1"/>
            </p:cNvSpPr>
            <p:nvPr>
              <p:custDataLst>
                <p:tags r:id="rId7"/>
              </p:custDataLst>
            </p:nvPr>
          </p:nvSpPr>
          <p:spPr bwMode="auto">
            <a:xfrm>
              <a:off x="318484" y="2871258"/>
              <a:ext cx="380760" cy="381000"/>
            </a:xfrm>
            <a:prstGeom prst="rect">
              <a:avLst/>
            </a:prstGeom>
            <a:solidFill>
              <a:srgbClr val="003299"/>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353535"/>
                    </a:outerShdw>
                  </a:effectLst>
                </a14:hiddenEffects>
              </a:ext>
            </a:extLst>
          </p:spPr>
          <p:txBody>
            <a:bodyPr wrap="none" anchor="ctr"/>
            <a:lstStyle>
              <a:lvl1pPr eaLnBrk="0" hangingPunct="0">
                <a:spcBef>
                  <a:spcPct val="30000"/>
                </a:spcBef>
                <a:buClr>
                  <a:schemeClr val="tx2"/>
                </a:buClr>
                <a:buChar char="•"/>
                <a:defRPr sz="2200">
                  <a:solidFill>
                    <a:schemeClr val="tx1"/>
                  </a:solidFill>
                  <a:latin typeface="Arial" pitchFamily="34" charset="0"/>
                  <a:cs typeface="Arial" pitchFamily="34" charset="0"/>
                </a:defRPr>
              </a:lvl1pPr>
              <a:lvl2pPr marL="742950" indent="-285750" eaLnBrk="0" hangingPunct="0">
                <a:buChar char="–"/>
                <a:defRPr>
                  <a:solidFill>
                    <a:schemeClr val="tx1"/>
                  </a:solidFill>
                  <a:latin typeface="Arial" pitchFamily="34" charset="0"/>
                  <a:cs typeface="Arial" pitchFamily="34" charset="0"/>
                </a:defRPr>
              </a:lvl2pPr>
              <a:lvl3pPr marL="1143000" indent="-228600" eaLnBrk="0" hangingPunct="0">
                <a:buChar char="•"/>
                <a:defRPr sz="1600">
                  <a:solidFill>
                    <a:schemeClr val="tx1"/>
                  </a:solidFill>
                  <a:latin typeface="Arial" pitchFamily="34" charset="0"/>
                  <a:cs typeface="Arial" pitchFamily="34" charset="0"/>
                </a:defRPr>
              </a:lvl3pPr>
              <a:lvl4pPr marL="1600200" indent="-228600" eaLnBrk="0" hangingPunct="0">
                <a:buChar char="–"/>
                <a:defRPr sz="1600">
                  <a:solidFill>
                    <a:schemeClr val="tx1"/>
                  </a:solidFill>
                  <a:latin typeface="Arial" pitchFamily="34" charset="0"/>
                  <a:cs typeface="Arial" pitchFamily="34" charset="0"/>
                </a:defRPr>
              </a:lvl4pPr>
              <a:lvl5pPr marL="2057400" indent="-228600" eaLnBrk="0" hangingPunct="0">
                <a:buFont typeface="Times" pitchFamily="18" charset="0"/>
                <a:buChar char="•"/>
                <a:defRPr sz="1600" i="1">
                  <a:solidFill>
                    <a:schemeClr val="tx1"/>
                  </a:solidFill>
                  <a:latin typeface="Arial" pitchFamily="34" charset="0"/>
                  <a:cs typeface="Arial" pitchFamily="34" charset="0"/>
                </a:defRPr>
              </a:lvl5pPr>
              <a:lvl6pPr marL="25146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6pPr>
              <a:lvl7pPr marL="29718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7pPr>
              <a:lvl8pPr marL="34290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8pPr>
              <a:lvl9pPr marL="38862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9pPr>
            </a:lstStyle>
            <a:p>
              <a:pPr algn="ctr" eaLnBrk="1" hangingPunct="1">
                <a:spcBef>
                  <a:spcPct val="0"/>
                </a:spcBef>
                <a:buClrTx/>
                <a:buFontTx/>
                <a:buNone/>
                <a:defRPr/>
              </a:pPr>
              <a:r>
                <a:rPr lang="en-GB" altLang="en-US" sz="1800" b="1">
                  <a:solidFill>
                    <a:srgbClr val="FFFFFF"/>
                  </a:solidFill>
                </a:rPr>
                <a:t>4</a:t>
              </a:r>
            </a:p>
          </p:txBody>
        </p:sp>
        <p:sp>
          <p:nvSpPr>
            <p:cNvPr id="11" name="Rectangle 10"/>
            <p:cNvSpPr>
              <a:spLocks noChangeArrowheads="1"/>
            </p:cNvSpPr>
            <p:nvPr>
              <p:custDataLst>
                <p:tags r:id="rId8"/>
              </p:custDataLst>
            </p:nvPr>
          </p:nvSpPr>
          <p:spPr bwMode="auto">
            <a:xfrm>
              <a:off x="318484" y="3328458"/>
              <a:ext cx="380760" cy="381000"/>
            </a:xfrm>
            <a:prstGeom prst="rect">
              <a:avLst/>
            </a:prstGeom>
            <a:solidFill>
              <a:srgbClr val="003299"/>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353535"/>
                    </a:outerShdw>
                  </a:effectLst>
                </a14:hiddenEffects>
              </a:ext>
            </a:extLst>
          </p:spPr>
          <p:txBody>
            <a:bodyPr wrap="none" anchor="ctr"/>
            <a:lstStyle>
              <a:lvl1pPr eaLnBrk="0" hangingPunct="0">
                <a:spcBef>
                  <a:spcPct val="30000"/>
                </a:spcBef>
                <a:buClr>
                  <a:schemeClr val="tx2"/>
                </a:buClr>
                <a:buChar char="•"/>
                <a:defRPr sz="2200">
                  <a:solidFill>
                    <a:schemeClr val="tx1"/>
                  </a:solidFill>
                  <a:latin typeface="Arial" pitchFamily="34" charset="0"/>
                  <a:cs typeface="Arial" pitchFamily="34" charset="0"/>
                </a:defRPr>
              </a:lvl1pPr>
              <a:lvl2pPr marL="742950" indent="-285750" eaLnBrk="0" hangingPunct="0">
                <a:buChar char="–"/>
                <a:defRPr>
                  <a:solidFill>
                    <a:schemeClr val="tx1"/>
                  </a:solidFill>
                  <a:latin typeface="Arial" pitchFamily="34" charset="0"/>
                  <a:cs typeface="Arial" pitchFamily="34" charset="0"/>
                </a:defRPr>
              </a:lvl2pPr>
              <a:lvl3pPr marL="1143000" indent="-228600" eaLnBrk="0" hangingPunct="0">
                <a:buChar char="•"/>
                <a:defRPr sz="1600">
                  <a:solidFill>
                    <a:schemeClr val="tx1"/>
                  </a:solidFill>
                  <a:latin typeface="Arial" pitchFamily="34" charset="0"/>
                  <a:cs typeface="Arial" pitchFamily="34" charset="0"/>
                </a:defRPr>
              </a:lvl3pPr>
              <a:lvl4pPr marL="1600200" indent="-228600" eaLnBrk="0" hangingPunct="0">
                <a:buChar char="–"/>
                <a:defRPr sz="1600">
                  <a:solidFill>
                    <a:schemeClr val="tx1"/>
                  </a:solidFill>
                  <a:latin typeface="Arial" pitchFamily="34" charset="0"/>
                  <a:cs typeface="Arial" pitchFamily="34" charset="0"/>
                </a:defRPr>
              </a:lvl4pPr>
              <a:lvl5pPr marL="2057400" indent="-228600" eaLnBrk="0" hangingPunct="0">
                <a:buFont typeface="Times" pitchFamily="18" charset="0"/>
                <a:buChar char="•"/>
                <a:defRPr sz="1600" i="1">
                  <a:solidFill>
                    <a:schemeClr val="tx1"/>
                  </a:solidFill>
                  <a:latin typeface="Arial" pitchFamily="34" charset="0"/>
                  <a:cs typeface="Arial" pitchFamily="34" charset="0"/>
                </a:defRPr>
              </a:lvl5pPr>
              <a:lvl6pPr marL="25146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6pPr>
              <a:lvl7pPr marL="29718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7pPr>
              <a:lvl8pPr marL="34290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8pPr>
              <a:lvl9pPr marL="38862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9pPr>
            </a:lstStyle>
            <a:p>
              <a:pPr algn="ctr" eaLnBrk="1" hangingPunct="1">
                <a:spcBef>
                  <a:spcPct val="0"/>
                </a:spcBef>
                <a:buClrTx/>
                <a:buFontTx/>
                <a:buNone/>
                <a:defRPr/>
              </a:pPr>
              <a:r>
                <a:rPr lang="en-GB" altLang="en-US" sz="1800" b="1">
                  <a:solidFill>
                    <a:srgbClr val="FFFFFF"/>
                  </a:solidFill>
                </a:rPr>
                <a:t>5</a:t>
              </a:r>
            </a:p>
          </p:txBody>
        </p:sp>
        <p:sp>
          <p:nvSpPr>
            <p:cNvPr id="12" name="Rectangle 11"/>
            <p:cNvSpPr>
              <a:spLocks noChangeArrowheads="1"/>
            </p:cNvSpPr>
            <p:nvPr>
              <p:custDataLst>
                <p:tags r:id="rId9"/>
              </p:custDataLst>
            </p:nvPr>
          </p:nvSpPr>
          <p:spPr bwMode="auto">
            <a:xfrm>
              <a:off x="318484" y="3785658"/>
              <a:ext cx="380760" cy="381000"/>
            </a:xfrm>
            <a:prstGeom prst="rect">
              <a:avLst/>
            </a:prstGeom>
            <a:solidFill>
              <a:srgbClr val="003299"/>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353535"/>
                    </a:outerShdw>
                  </a:effectLst>
                </a14:hiddenEffects>
              </a:ext>
            </a:extLst>
          </p:spPr>
          <p:txBody>
            <a:bodyPr wrap="none" anchor="ctr"/>
            <a:lstStyle>
              <a:lvl1pPr eaLnBrk="0" hangingPunct="0">
                <a:spcBef>
                  <a:spcPct val="30000"/>
                </a:spcBef>
                <a:buClr>
                  <a:schemeClr val="tx2"/>
                </a:buClr>
                <a:buChar char="•"/>
                <a:defRPr sz="2200">
                  <a:solidFill>
                    <a:schemeClr val="tx1"/>
                  </a:solidFill>
                  <a:latin typeface="Arial" pitchFamily="34" charset="0"/>
                  <a:cs typeface="Arial" pitchFamily="34" charset="0"/>
                </a:defRPr>
              </a:lvl1pPr>
              <a:lvl2pPr marL="742950" indent="-285750" eaLnBrk="0" hangingPunct="0">
                <a:buChar char="–"/>
                <a:defRPr>
                  <a:solidFill>
                    <a:schemeClr val="tx1"/>
                  </a:solidFill>
                  <a:latin typeface="Arial" pitchFamily="34" charset="0"/>
                  <a:cs typeface="Arial" pitchFamily="34" charset="0"/>
                </a:defRPr>
              </a:lvl2pPr>
              <a:lvl3pPr marL="1143000" indent="-228600" eaLnBrk="0" hangingPunct="0">
                <a:buChar char="•"/>
                <a:defRPr sz="1600">
                  <a:solidFill>
                    <a:schemeClr val="tx1"/>
                  </a:solidFill>
                  <a:latin typeface="Arial" pitchFamily="34" charset="0"/>
                  <a:cs typeface="Arial" pitchFamily="34" charset="0"/>
                </a:defRPr>
              </a:lvl3pPr>
              <a:lvl4pPr marL="1600200" indent="-228600" eaLnBrk="0" hangingPunct="0">
                <a:buChar char="–"/>
                <a:defRPr sz="1600">
                  <a:solidFill>
                    <a:schemeClr val="tx1"/>
                  </a:solidFill>
                  <a:latin typeface="Arial" pitchFamily="34" charset="0"/>
                  <a:cs typeface="Arial" pitchFamily="34" charset="0"/>
                </a:defRPr>
              </a:lvl4pPr>
              <a:lvl5pPr marL="2057400" indent="-228600" eaLnBrk="0" hangingPunct="0">
                <a:buFont typeface="Times" pitchFamily="18" charset="0"/>
                <a:buChar char="•"/>
                <a:defRPr sz="1600" i="1">
                  <a:solidFill>
                    <a:schemeClr val="tx1"/>
                  </a:solidFill>
                  <a:latin typeface="Arial" pitchFamily="34" charset="0"/>
                  <a:cs typeface="Arial" pitchFamily="34" charset="0"/>
                </a:defRPr>
              </a:lvl5pPr>
              <a:lvl6pPr marL="25146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6pPr>
              <a:lvl7pPr marL="29718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7pPr>
              <a:lvl8pPr marL="34290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8pPr>
              <a:lvl9pPr marL="38862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9pPr>
            </a:lstStyle>
            <a:p>
              <a:pPr algn="ctr" eaLnBrk="1" hangingPunct="1">
                <a:spcBef>
                  <a:spcPct val="0"/>
                </a:spcBef>
                <a:buClrTx/>
                <a:buFontTx/>
                <a:buNone/>
                <a:defRPr/>
              </a:pPr>
              <a:r>
                <a:rPr lang="en-GB" altLang="en-US" sz="1800" b="1">
                  <a:solidFill>
                    <a:srgbClr val="FFFFFF"/>
                  </a:solidFill>
                </a:rPr>
                <a:t>6</a:t>
              </a:r>
            </a:p>
          </p:txBody>
        </p:sp>
        <p:sp>
          <p:nvSpPr>
            <p:cNvPr id="13" name="Rectangle 12"/>
            <p:cNvSpPr>
              <a:spLocks noChangeArrowheads="1"/>
            </p:cNvSpPr>
            <p:nvPr>
              <p:custDataLst>
                <p:tags r:id="rId10"/>
              </p:custDataLst>
            </p:nvPr>
          </p:nvSpPr>
          <p:spPr bwMode="auto">
            <a:xfrm>
              <a:off x="821087" y="3328458"/>
              <a:ext cx="8024729" cy="381000"/>
            </a:xfrm>
            <a:prstGeom prst="rect">
              <a:avLst/>
            </a:prstGeom>
            <a:solidFill>
              <a:schemeClr val="bg1">
                <a:lumMod val="95000"/>
              </a:schemeClr>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858585"/>
                    </a:outerShdw>
                  </a:effectLst>
                </a14:hiddenEffects>
              </a:ext>
            </a:extLst>
          </p:spPr>
          <p:txBody>
            <a:bodyPr anchor="ctr"/>
            <a:lstStyle>
              <a:lvl1pPr eaLnBrk="0" hangingPunct="0">
                <a:spcBef>
                  <a:spcPct val="30000"/>
                </a:spcBef>
                <a:buClr>
                  <a:schemeClr val="tx2"/>
                </a:buClr>
                <a:buChar char="•"/>
                <a:defRPr sz="2200">
                  <a:solidFill>
                    <a:schemeClr val="tx1"/>
                  </a:solidFill>
                  <a:latin typeface="Arial" pitchFamily="34" charset="0"/>
                  <a:cs typeface="Arial" pitchFamily="34" charset="0"/>
                </a:defRPr>
              </a:lvl1pPr>
              <a:lvl2pPr marL="742950" indent="-285750" eaLnBrk="0" hangingPunct="0">
                <a:buChar char="–"/>
                <a:defRPr>
                  <a:solidFill>
                    <a:schemeClr val="tx1"/>
                  </a:solidFill>
                  <a:latin typeface="Arial" pitchFamily="34" charset="0"/>
                  <a:cs typeface="Arial" pitchFamily="34" charset="0"/>
                </a:defRPr>
              </a:lvl2pPr>
              <a:lvl3pPr marL="1143000" indent="-228600" eaLnBrk="0" hangingPunct="0">
                <a:buChar char="•"/>
                <a:defRPr sz="1600">
                  <a:solidFill>
                    <a:schemeClr val="tx1"/>
                  </a:solidFill>
                  <a:latin typeface="Arial" pitchFamily="34" charset="0"/>
                  <a:cs typeface="Arial" pitchFamily="34" charset="0"/>
                </a:defRPr>
              </a:lvl3pPr>
              <a:lvl4pPr marL="1600200" indent="-228600" eaLnBrk="0" hangingPunct="0">
                <a:buChar char="–"/>
                <a:defRPr sz="1600">
                  <a:solidFill>
                    <a:schemeClr val="tx1"/>
                  </a:solidFill>
                  <a:latin typeface="Arial" pitchFamily="34" charset="0"/>
                  <a:cs typeface="Arial" pitchFamily="34" charset="0"/>
                </a:defRPr>
              </a:lvl4pPr>
              <a:lvl5pPr marL="2057400" indent="-228600" eaLnBrk="0" hangingPunct="0">
                <a:buFont typeface="Times" pitchFamily="18" charset="0"/>
                <a:buChar char="•"/>
                <a:defRPr sz="1600" i="1">
                  <a:solidFill>
                    <a:schemeClr val="tx1"/>
                  </a:solidFill>
                  <a:latin typeface="Arial" pitchFamily="34" charset="0"/>
                  <a:cs typeface="Arial" pitchFamily="34" charset="0"/>
                </a:defRPr>
              </a:lvl5pPr>
              <a:lvl6pPr marL="25146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6pPr>
              <a:lvl7pPr marL="29718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7pPr>
              <a:lvl8pPr marL="34290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8pPr>
              <a:lvl9pPr marL="38862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9pPr>
            </a:lstStyle>
            <a:p>
              <a:pPr eaLnBrk="1" hangingPunct="1">
                <a:spcBef>
                  <a:spcPct val="0"/>
                </a:spcBef>
                <a:buClrTx/>
                <a:buFontTx/>
                <a:buNone/>
                <a:defRPr/>
              </a:pPr>
              <a:r>
                <a:rPr lang="en-GB" altLang="en-US" sz="1800"/>
                <a:t>Reconciliation flows and stocks</a:t>
              </a:r>
            </a:p>
          </p:txBody>
        </p:sp>
        <p:sp>
          <p:nvSpPr>
            <p:cNvPr id="14" name="Rectangle 13"/>
            <p:cNvSpPr>
              <a:spLocks noChangeArrowheads="1"/>
            </p:cNvSpPr>
            <p:nvPr>
              <p:custDataLst>
                <p:tags r:id="rId11"/>
              </p:custDataLst>
            </p:nvPr>
          </p:nvSpPr>
          <p:spPr bwMode="auto">
            <a:xfrm>
              <a:off x="821087" y="3785658"/>
              <a:ext cx="8024729" cy="381000"/>
            </a:xfrm>
            <a:prstGeom prst="rect">
              <a:avLst/>
            </a:prstGeom>
            <a:solidFill>
              <a:schemeClr val="bg1">
                <a:lumMod val="95000"/>
              </a:schemeClr>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858585"/>
                    </a:outerShdw>
                  </a:effectLst>
                </a14:hiddenEffects>
              </a:ext>
            </a:extLst>
          </p:spPr>
          <p:txBody>
            <a:bodyPr anchor="ctr"/>
            <a:lstStyle>
              <a:lvl1pPr eaLnBrk="0" hangingPunct="0">
                <a:spcBef>
                  <a:spcPct val="30000"/>
                </a:spcBef>
                <a:buClr>
                  <a:schemeClr val="tx2"/>
                </a:buClr>
                <a:buChar char="•"/>
                <a:defRPr sz="2200">
                  <a:solidFill>
                    <a:schemeClr val="tx1"/>
                  </a:solidFill>
                  <a:latin typeface="Arial" pitchFamily="34" charset="0"/>
                  <a:cs typeface="Arial" pitchFamily="34" charset="0"/>
                </a:defRPr>
              </a:lvl1pPr>
              <a:lvl2pPr marL="742950" indent="-285750" eaLnBrk="0" hangingPunct="0">
                <a:buChar char="–"/>
                <a:defRPr>
                  <a:solidFill>
                    <a:schemeClr val="tx1"/>
                  </a:solidFill>
                  <a:latin typeface="Arial" pitchFamily="34" charset="0"/>
                  <a:cs typeface="Arial" pitchFamily="34" charset="0"/>
                </a:defRPr>
              </a:lvl2pPr>
              <a:lvl3pPr marL="1143000" indent="-228600" eaLnBrk="0" hangingPunct="0">
                <a:buChar char="•"/>
                <a:defRPr sz="1600">
                  <a:solidFill>
                    <a:schemeClr val="tx1"/>
                  </a:solidFill>
                  <a:latin typeface="Arial" pitchFamily="34" charset="0"/>
                  <a:cs typeface="Arial" pitchFamily="34" charset="0"/>
                </a:defRPr>
              </a:lvl3pPr>
              <a:lvl4pPr marL="1600200" indent="-228600" eaLnBrk="0" hangingPunct="0">
                <a:buChar char="–"/>
                <a:defRPr sz="1600">
                  <a:solidFill>
                    <a:schemeClr val="tx1"/>
                  </a:solidFill>
                  <a:latin typeface="Arial" pitchFamily="34" charset="0"/>
                  <a:cs typeface="Arial" pitchFamily="34" charset="0"/>
                </a:defRPr>
              </a:lvl4pPr>
              <a:lvl5pPr marL="2057400" indent="-228600" eaLnBrk="0" hangingPunct="0">
                <a:buFont typeface="Times" pitchFamily="18" charset="0"/>
                <a:buChar char="•"/>
                <a:defRPr sz="1600" i="1">
                  <a:solidFill>
                    <a:schemeClr val="tx1"/>
                  </a:solidFill>
                  <a:latin typeface="Arial" pitchFamily="34" charset="0"/>
                  <a:cs typeface="Arial" pitchFamily="34" charset="0"/>
                </a:defRPr>
              </a:lvl5pPr>
              <a:lvl6pPr marL="25146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6pPr>
              <a:lvl7pPr marL="29718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7pPr>
              <a:lvl8pPr marL="34290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8pPr>
              <a:lvl9pPr marL="38862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9pPr>
            </a:lstStyle>
            <a:p>
              <a:pPr eaLnBrk="1" hangingPunct="1">
                <a:spcBef>
                  <a:spcPct val="0"/>
                </a:spcBef>
                <a:buClrTx/>
                <a:buFontTx/>
                <a:buNone/>
                <a:defRPr/>
              </a:pPr>
              <a:r>
                <a:rPr lang="en-GB" altLang="en-US" sz="1800"/>
                <a:t>Euro area residency</a:t>
              </a:r>
            </a:p>
          </p:txBody>
        </p:sp>
        <p:sp>
          <p:nvSpPr>
            <p:cNvPr id="15" name="Rectangle 14"/>
            <p:cNvSpPr>
              <a:spLocks noChangeArrowheads="1"/>
            </p:cNvSpPr>
            <p:nvPr>
              <p:custDataLst>
                <p:tags r:id="rId12"/>
              </p:custDataLst>
            </p:nvPr>
          </p:nvSpPr>
          <p:spPr bwMode="auto">
            <a:xfrm>
              <a:off x="821087" y="2871258"/>
              <a:ext cx="8024729" cy="381000"/>
            </a:xfrm>
            <a:prstGeom prst="rect">
              <a:avLst/>
            </a:prstGeom>
            <a:solidFill>
              <a:schemeClr val="bg1">
                <a:lumMod val="95000"/>
              </a:schemeClr>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858585"/>
                    </a:outerShdw>
                  </a:effectLst>
                </a14:hiddenEffects>
              </a:ext>
            </a:extLst>
          </p:spPr>
          <p:txBody>
            <a:bodyPr anchor="ctr"/>
            <a:lstStyle>
              <a:lvl1pPr eaLnBrk="0" hangingPunct="0">
                <a:spcBef>
                  <a:spcPct val="30000"/>
                </a:spcBef>
                <a:buClr>
                  <a:schemeClr val="tx2"/>
                </a:buClr>
                <a:buChar char="•"/>
                <a:defRPr sz="2200">
                  <a:solidFill>
                    <a:schemeClr val="tx1"/>
                  </a:solidFill>
                  <a:latin typeface="Arial" pitchFamily="34" charset="0"/>
                  <a:cs typeface="Arial" pitchFamily="34" charset="0"/>
                </a:defRPr>
              </a:lvl1pPr>
              <a:lvl2pPr marL="742950" indent="-285750" eaLnBrk="0" hangingPunct="0">
                <a:buChar char="–"/>
                <a:defRPr>
                  <a:solidFill>
                    <a:schemeClr val="tx1"/>
                  </a:solidFill>
                  <a:latin typeface="Arial" pitchFamily="34" charset="0"/>
                  <a:cs typeface="Arial" pitchFamily="34" charset="0"/>
                </a:defRPr>
              </a:lvl2pPr>
              <a:lvl3pPr marL="1143000" indent="-228600" eaLnBrk="0" hangingPunct="0">
                <a:buChar char="•"/>
                <a:defRPr sz="1600">
                  <a:solidFill>
                    <a:schemeClr val="tx1"/>
                  </a:solidFill>
                  <a:latin typeface="Arial" pitchFamily="34" charset="0"/>
                  <a:cs typeface="Arial" pitchFamily="34" charset="0"/>
                </a:defRPr>
              </a:lvl3pPr>
              <a:lvl4pPr marL="1600200" indent="-228600" eaLnBrk="0" hangingPunct="0">
                <a:buChar char="–"/>
                <a:defRPr sz="1600">
                  <a:solidFill>
                    <a:schemeClr val="tx1"/>
                  </a:solidFill>
                  <a:latin typeface="Arial" pitchFamily="34" charset="0"/>
                  <a:cs typeface="Arial" pitchFamily="34" charset="0"/>
                </a:defRPr>
              </a:lvl4pPr>
              <a:lvl5pPr marL="2057400" indent="-228600" eaLnBrk="0" hangingPunct="0">
                <a:buFont typeface="Times" pitchFamily="18" charset="0"/>
                <a:buChar char="•"/>
                <a:defRPr sz="1600" i="1">
                  <a:solidFill>
                    <a:schemeClr val="tx1"/>
                  </a:solidFill>
                  <a:latin typeface="Arial" pitchFamily="34" charset="0"/>
                  <a:cs typeface="Arial" pitchFamily="34" charset="0"/>
                </a:defRPr>
              </a:lvl5pPr>
              <a:lvl6pPr marL="25146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6pPr>
              <a:lvl7pPr marL="29718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7pPr>
              <a:lvl8pPr marL="34290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8pPr>
              <a:lvl9pPr marL="38862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9pPr>
            </a:lstStyle>
            <a:p>
              <a:pPr eaLnBrk="1" hangingPunct="1">
                <a:spcBef>
                  <a:spcPct val="0"/>
                </a:spcBef>
                <a:buClrTx/>
                <a:buFontTx/>
                <a:buNone/>
                <a:defRPr/>
              </a:pPr>
              <a:r>
                <a:rPr lang="en-GB" altLang="en-US" sz="1800"/>
                <a:t>Valuation of transactions and stocks</a:t>
              </a:r>
            </a:p>
          </p:txBody>
        </p:sp>
        <p:sp>
          <p:nvSpPr>
            <p:cNvPr id="16" name="Rectangle 21"/>
            <p:cNvSpPr>
              <a:spLocks noChangeArrowheads="1"/>
            </p:cNvSpPr>
            <p:nvPr>
              <p:custDataLst>
                <p:tags r:id="rId13"/>
              </p:custDataLst>
            </p:nvPr>
          </p:nvSpPr>
          <p:spPr bwMode="auto">
            <a:xfrm>
              <a:off x="318484" y="4232275"/>
              <a:ext cx="380760" cy="381000"/>
            </a:xfrm>
            <a:prstGeom prst="rect">
              <a:avLst/>
            </a:prstGeom>
            <a:solidFill>
              <a:srgbClr val="003299"/>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353535"/>
                    </a:outerShdw>
                  </a:effectLst>
                </a14:hiddenEffects>
              </a:ext>
            </a:extLst>
          </p:spPr>
          <p:txBody>
            <a:bodyPr wrap="none" anchor="ctr"/>
            <a:lstStyle>
              <a:lvl1pPr eaLnBrk="0" hangingPunct="0">
                <a:spcBef>
                  <a:spcPct val="30000"/>
                </a:spcBef>
                <a:buClr>
                  <a:schemeClr val="tx2"/>
                </a:buClr>
                <a:buChar char="•"/>
                <a:defRPr sz="2200">
                  <a:solidFill>
                    <a:schemeClr val="tx1"/>
                  </a:solidFill>
                  <a:latin typeface="Arial" pitchFamily="34" charset="0"/>
                  <a:cs typeface="Arial" pitchFamily="34" charset="0"/>
                </a:defRPr>
              </a:lvl1pPr>
              <a:lvl2pPr marL="742950" indent="-285750" eaLnBrk="0" hangingPunct="0">
                <a:buChar char="–"/>
                <a:defRPr>
                  <a:solidFill>
                    <a:schemeClr val="tx1"/>
                  </a:solidFill>
                  <a:latin typeface="Arial" pitchFamily="34" charset="0"/>
                  <a:cs typeface="Arial" pitchFamily="34" charset="0"/>
                </a:defRPr>
              </a:lvl2pPr>
              <a:lvl3pPr marL="1143000" indent="-228600" eaLnBrk="0" hangingPunct="0">
                <a:buChar char="•"/>
                <a:defRPr sz="1600">
                  <a:solidFill>
                    <a:schemeClr val="tx1"/>
                  </a:solidFill>
                  <a:latin typeface="Arial" pitchFamily="34" charset="0"/>
                  <a:cs typeface="Arial" pitchFamily="34" charset="0"/>
                </a:defRPr>
              </a:lvl3pPr>
              <a:lvl4pPr marL="1600200" indent="-228600" eaLnBrk="0" hangingPunct="0">
                <a:buChar char="–"/>
                <a:defRPr sz="1600">
                  <a:solidFill>
                    <a:schemeClr val="tx1"/>
                  </a:solidFill>
                  <a:latin typeface="Arial" pitchFamily="34" charset="0"/>
                  <a:cs typeface="Arial" pitchFamily="34" charset="0"/>
                </a:defRPr>
              </a:lvl4pPr>
              <a:lvl5pPr marL="2057400" indent="-228600" eaLnBrk="0" hangingPunct="0">
                <a:buFont typeface="Times" pitchFamily="18" charset="0"/>
                <a:buChar char="•"/>
                <a:defRPr sz="1600" i="1">
                  <a:solidFill>
                    <a:schemeClr val="tx1"/>
                  </a:solidFill>
                  <a:latin typeface="Arial" pitchFamily="34" charset="0"/>
                  <a:cs typeface="Arial" pitchFamily="34" charset="0"/>
                </a:defRPr>
              </a:lvl5pPr>
              <a:lvl6pPr marL="25146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6pPr>
              <a:lvl7pPr marL="29718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7pPr>
              <a:lvl8pPr marL="34290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8pPr>
              <a:lvl9pPr marL="38862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9pPr>
            </a:lstStyle>
            <a:p>
              <a:pPr algn="ctr" eaLnBrk="1" hangingPunct="1">
                <a:spcBef>
                  <a:spcPct val="0"/>
                </a:spcBef>
                <a:buClrTx/>
                <a:buFontTx/>
                <a:buNone/>
                <a:defRPr/>
              </a:pPr>
              <a:r>
                <a:rPr lang="en-GB" altLang="en-US" sz="1800" b="1">
                  <a:solidFill>
                    <a:srgbClr val="FFFFFF"/>
                  </a:solidFill>
                </a:rPr>
                <a:t>7</a:t>
              </a:r>
            </a:p>
          </p:txBody>
        </p:sp>
        <p:sp>
          <p:nvSpPr>
            <p:cNvPr id="17" name="Rectangle 22"/>
            <p:cNvSpPr>
              <a:spLocks noChangeArrowheads="1"/>
            </p:cNvSpPr>
            <p:nvPr>
              <p:custDataLst>
                <p:tags r:id="rId14"/>
              </p:custDataLst>
            </p:nvPr>
          </p:nvSpPr>
          <p:spPr bwMode="auto">
            <a:xfrm>
              <a:off x="318484" y="4689475"/>
              <a:ext cx="380760" cy="381000"/>
            </a:xfrm>
            <a:prstGeom prst="rect">
              <a:avLst/>
            </a:prstGeom>
            <a:solidFill>
              <a:srgbClr val="003299"/>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353535"/>
                    </a:outerShdw>
                  </a:effectLst>
                </a14:hiddenEffects>
              </a:ext>
            </a:extLst>
          </p:spPr>
          <p:txBody>
            <a:bodyPr wrap="none" anchor="ctr"/>
            <a:lstStyle>
              <a:lvl1pPr eaLnBrk="0" hangingPunct="0">
                <a:spcBef>
                  <a:spcPct val="30000"/>
                </a:spcBef>
                <a:buClr>
                  <a:schemeClr val="tx2"/>
                </a:buClr>
                <a:buChar char="•"/>
                <a:defRPr sz="2200">
                  <a:solidFill>
                    <a:schemeClr val="tx1"/>
                  </a:solidFill>
                  <a:latin typeface="Arial" pitchFamily="34" charset="0"/>
                  <a:cs typeface="Arial" pitchFamily="34" charset="0"/>
                </a:defRPr>
              </a:lvl1pPr>
              <a:lvl2pPr marL="742950" indent="-285750" eaLnBrk="0" hangingPunct="0">
                <a:buChar char="–"/>
                <a:defRPr>
                  <a:solidFill>
                    <a:schemeClr val="tx1"/>
                  </a:solidFill>
                  <a:latin typeface="Arial" pitchFamily="34" charset="0"/>
                  <a:cs typeface="Arial" pitchFamily="34" charset="0"/>
                </a:defRPr>
              </a:lvl2pPr>
              <a:lvl3pPr marL="1143000" indent="-228600" eaLnBrk="0" hangingPunct="0">
                <a:buChar char="•"/>
                <a:defRPr sz="1600">
                  <a:solidFill>
                    <a:schemeClr val="tx1"/>
                  </a:solidFill>
                  <a:latin typeface="Arial" pitchFamily="34" charset="0"/>
                  <a:cs typeface="Arial" pitchFamily="34" charset="0"/>
                </a:defRPr>
              </a:lvl3pPr>
              <a:lvl4pPr marL="1600200" indent="-228600" eaLnBrk="0" hangingPunct="0">
                <a:buChar char="–"/>
                <a:defRPr sz="1600">
                  <a:solidFill>
                    <a:schemeClr val="tx1"/>
                  </a:solidFill>
                  <a:latin typeface="Arial" pitchFamily="34" charset="0"/>
                  <a:cs typeface="Arial" pitchFamily="34" charset="0"/>
                </a:defRPr>
              </a:lvl4pPr>
              <a:lvl5pPr marL="2057400" indent="-228600" eaLnBrk="0" hangingPunct="0">
                <a:buFont typeface="Times" pitchFamily="18" charset="0"/>
                <a:buChar char="•"/>
                <a:defRPr sz="1600" i="1">
                  <a:solidFill>
                    <a:schemeClr val="tx1"/>
                  </a:solidFill>
                  <a:latin typeface="Arial" pitchFamily="34" charset="0"/>
                  <a:cs typeface="Arial" pitchFamily="34" charset="0"/>
                </a:defRPr>
              </a:lvl5pPr>
              <a:lvl6pPr marL="25146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6pPr>
              <a:lvl7pPr marL="29718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7pPr>
              <a:lvl8pPr marL="34290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8pPr>
              <a:lvl9pPr marL="38862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9pPr>
            </a:lstStyle>
            <a:p>
              <a:pPr algn="ctr" eaLnBrk="1" hangingPunct="1">
                <a:spcBef>
                  <a:spcPct val="0"/>
                </a:spcBef>
                <a:buClrTx/>
                <a:buFontTx/>
                <a:buNone/>
                <a:defRPr/>
              </a:pPr>
              <a:r>
                <a:rPr lang="en-GB" altLang="en-US" sz="1800" b="1">
                  <a:solidFill>
                    <a:srgbClr val="FFFFFF"/>
                  </a:solidFill>
                </a:rPr>
                <a:t>8</a:t>
              </a:r>
            </a:p>
          </p:txBody>
        </p:sp>
        <p:sp>
          <p:nvSpPr>
            <p:cNvPr id="18" name="Rectangle 23"/>
            <p:cNvSpPr>
              <a:spLocks noChangeArrowheads="1"/>
            </p:cNvSpPr>
            <p:nvPr>
              <p:custDataLst>
                <p:tags r:id="rId15"/>
              </p:custDataLst>
            </p:nvPr>
          </p:nvSpPr>
          <p:spPr bwMode="auto">
            <a:xfrm>
              <a:off x="821087" y="4232275"/>
              <a:ext cx="8023038" cy="381000"/>
            </a:xfrm>
            <a:prstGeom prst="rect">
              <a:avLst/>
            </a:prstGeom>
            <a:solidFill>
              <a:schemeClr val="bg1">
                <a:lumMod val="95000"/>
              </a:schemeClr>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858585"/>
                    </a:outerShdw>
                  </a:effectLst>
                </a14:hiddenEffects>
              </a:ext>
            </a:extLst>
          </p:spPr>
          <p:txBody>
            <a:bodyPr anchor="ctr"/>
            <a:lstStyle>
              <a:lvl1pPr eaLnBrk="0" hangingPunct="0">
                <a:spcBef>
                  <a:spcPct val="30000"/>
                </a:spcBef>
                <a:buClr>
                  <a:schemeClr val="tx2"/>
                </a:buClr>
                <a:buChar char="•"/>
                <a:defRPr sz="2200">
                  <a:solidFill>
                    <a:schemeClr val="tx1"/>
                  </a:solidFill>
                  <a:latin typeface="Arial" pitchFamily="34" charset="0"/>
                  <a:cs typeface="Arial" pitchFamily="34" charset="0"/>
                </a:defRPr>
              </a:lvl1pPr>
              <a:lvl2pPr marL="742950" indent="-285750" eaLnBrk="0" hangingPunct="0">
                <a:buChar char="–"/>
                <a:defRPr>
                  <a:solidFill>
                    <a:schemeClr val="tx1"/>
                  </a:solidFill>
                  <a:latin typeface="Arial" pitchFamily="34" charset="0"/>
                  <a:cs typeface="Arial" pitchFamily="34" charset="0"/>
                </a:defRPr>
              </a:lvl2pPr>
              <a:lvl3pPr marL="1143000" indent="-228600" eaLnBrk="0" hangingPunct="0">
                <a:buChar char="•"/>
                <a:defRPr sz="1600">
                  <a:solidFill>
                    <a:schemeClr val="tx1"/>
                  </a:solidFill>
                  <a:latin typeface="Arial" pitchFamily="34" charset="0"/>
                  <a:cs typeface="Arial" pitchFamily="34" charset="0"/>
                </a:defRPr>
              </a:lvl3pPr>
              <a:lvl4pPr marL="1600200" indent="-228600" eaLnBrk="0" hangingPunct="0">
                <a:buChar char="–"/>
                <a:defRPr sz="1600">
                  <a:solidFill>
                    <a:schemeClr val="tx1"/>
                  </a:solidFill>
                  <a:latin typeface="Arial" pitchFamily="34" charset="0"/>
                  <a:cs typeface="Arial" pitchFamily="34" charset="0"/>
                </a:defRPr>
              </a:lvl4pPr>
              <a:lvl5pPr marL="2057400" indent="-228600" eaLnBrk="0" hangingPunct="0">
                <a:buFont typeface="Times" pitchFamily="18" charset="0"/>
                <a:buChar char="•"/>
                <a:defRPr sz="1600" i="1">
                  <a:solidFill>
                    <a:schemeClr val="tx1"/>
                  </a:solidFill>
                  <a:latin typeface="Arial" pitchFamily="34" charset="0"/>
                  <a:cs typeface="Arial" pitchFamily="34" charset="0"/>
                </a:defRPr>
              </a:lvl5pPr>
              <a:lvl6pPr marL="25146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6pPr>
              <a:lvl7pPr marL="29718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7pPr>
              <a:lvl8pPr marL="34290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8pPr>
              <a:lvl9pPr marL="38862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9pPr>
            </a:lstStyle>
            <a:p>
              <a:pPr eaLnBrk="1" hangingPunct="1">
                <a:spcBef>
                  <a:spcPct val="0"/>
                </a:spcBef>
                <a:buClrTx/>
                <a:buFontTx/>
                <a:buNone/>
                <a:defRPr/>
              </a:pPr>
              <a:r>
                <a:rPr lang="en-GB" altLang="en-US" sz="1800"/>
                <a:t>Standards components</a:t>
              </a:r>
            </a:p>
          </p:txBody>
        </p:sp>
        <p:sp>
          <p:nvSpPr>
            <p:cNvPr id="19" name="Rectangle 24"/>
            <p:cNvSpPr>
              <a:spLocks noChangeArrowheads="1"/>
            </p:cNvSpPr>
            <p:nvPr>
              <p:custDataLst>
                <p:tags r:id="rId16"/>
              </p:custDataLst>
            </p:nvPr>
          </p:nvSpPr>
          <p:spPr bwMode="auto">
            <a:xfrm>
              <a:off x="821087" y="4689475"/>
              <a:ext cx="8023038" cy="381000"/>
            </a:xfrm>
            <a:prstGeom prst="rect">
              <a:avLst/>
            </a:prstGeom>
            <a:solidFill>
              <a:schemeClr val="bg1">
                <a:lumMod val="95000"/>
              </a:schemeClr>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858585"/>
                    </a:outerShdw>
                  </a:effectLst>
                </a14:hiddenEffects>
              </a:ext>
            </a:extLst>
          </p:spPr>
          <p:txBody>
            <a:bodyPr anchor="ctr"/>
            <a:lstStyle>
              <a:lvl1pPr eaLnBrk="0" hangingPunct="0">
                <a:spcBef>
                  <a:spcPct val="30000"/>
                </a:spcBef>
                <a:buClr>
                  <a:schemeClr val="tx2"/>
                </a:buClr>
                <a:buChar char="•"/>
                <a:defRPr sz="2200">
                  <a:solidFill>
                    <a:schemeClr val="tx1"/>
                  </a:solidFill>
                  <a:latin typeface="Arial" pitchFamily="34" charset="0"/>
                  <a:cs typeface="Arial" pitchFamily="34" charset="0"/>
                </a:defRPr>
              </a:lvl1pPr>
              <a:lvl2pPr marL="742950" indent="-285750" eaLnBrk="0" hangingPunct="0">
                <a:buChar char="–"/>
                <a:defRPr>
                  <a:solidFill>
                    <a:schemeClr val="tx1"/>
                  </a:solidFill>
                  <a:latin typeface="Arial" pitchFamily="34" charset="0"/>
                  <a:cs typeface="Arial" pitchFamily="34" charset="0"/>
                </a:defRPr>
              </a:lvl2pPr>
              <a:lvl3pPr marL="1143000" indent="-228600" eaLnBrk="0" hangingPunct="0">
                <a:buChar char="•"/>
                <a:defRPr sz="1600">
                  <a:solidFill>
                    <a:schemeClr val="tx1"/>
                  </a:solidFill>
                  <a:latin typeface="Arial" pitchFamily="34" charset="0"/>
                  <a:cs typeface="Arial" pitchFamily="34" charset="0"/>
                </a:defRPr>
              </a:lvl3pPr>
              <a:lvl4pPr marL="1600200" indent="-228600" eaLnBrk="0" hangingPunct="0">
                <a:buChar char="–"/>
                <a:defRPr sz="1600">
                  <a:solidFill>
                    <a:schemeClr val="tx1"/>
                  </a:solidFill>
                  <a:latin typeface="Arial" pitchFamily="34" charset="0"/>
                  <a:cs typeface="Arial" pitchFamily="34" charset="0"/>
                </a:defRPr>
              </a:lvl4pPr>
              <a:lvl5pPr marL="2057400" indent="-228600" eaLnBrk="0" hangingPunct="0">
                <a:buFont typeface="Times" pitchFamily="18" charset="0"/>
                <a:buChar char="•"/>
                <a:defRPr sz="1600" i="1">
                  <a:solidFill>
                    <a:schemeClr val="tx1"/>
                  </a:solidFill>
                  <a:latin typeface="Arial" pitchFamily="34" charset="0"/>
                  <a:cs typeface="Arial" pitchFamily="34" charset="0"/>
                </a:defRPr>
              </a:lvl5pPr>
              <a:lvl6pPr marL="25146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6pPr>
              <a:lvl7pPr marL="29718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7pPr>
              <a:lvl8pPr marL="34290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8pPr>
              <a:lvl9pPr marL="38862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9pPr>
            </a:lstStyle>
            <a:p>
              <a:pPr eaLnBrk="1" hangingPunct="1">
                <a:spcBef>
                  <a:spcPct val="0"/>
                </a:spcBef>
                <a:buClrTx/>
                <a:buFontTx/>
                <a:buNone/>
                <a:defRPr/>
              </a:pPr>
              <a:r>
                <a:rPr lang="en-GB" altLang="en-US" sz="1800"/>
                <a:t>Classification of transactions</a:t>
              </a:r>
            </a:p>
          </p:txBody>
        </p:sp>
      </p:grpSp>
      <p:sp>
        <p:nvSpPr>
          <p:cNvPr id="20" name="Rectangle 9"/>
          <p:cNvSpPr>
            <a:spLocks noChangeArrowheads="1"/>
          </p:cNvSpPr>
          <p:nvPr userDrawn="1"/>
        </p:nvSpPr>
        <p:spPr bwMode="auto">
          <a:xfrm>
            <a:off x="6372225" y="4860925"/>
            <a:ext cx="2290763" cy="141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a:lnSpc>
                <a:spcPts val="1200"/>
              </a:lnSpc>
              <a:defRPr/>
            </a:pPr>
            <a:r>
              <a:rPr lang="en-GB" altLang="en-US" sz="900" dirty="0">
                <a:solidFill>
                  <a:schemeClr val="bg1"/>
                </a:solidFill>
              </a:rPr>
              <a:t>www.ecb.europa.eu © </a:t>
            </a:r>
          </a:p>
        </p:txBody>
      </p:sp>
      <p:sp>
        <p:nvSpPr>
          <p:cNvPr id="27" name="Rectangle 4"/>
          <p:cNvSpPr>
            <a:spLocks noGrp="1" noChangeArrowheads="1"/>
          </p:cNvSpPr>
          <p:nvPr>
            <p:ph type="title"/>
          </p:nvPr>
        </p:nvSpPr>
        <p:spPr>
          <a:xfrm>
            <a:off x="463551" y="411956"/>
            <a:ext cx="8404225" cy="633413"/>
          </a:xfr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t"/>
          <a:lstStyle>
            <a:lvl1pPr>
              <a:defRPr lang="en-GB" altLang="en-US" sz="2800" kern="1200" dirty="0" smtClean="0"/>
            </a:lvl1pPr>
          </a:lstStyle>
          <a:p>
            <a:pPr lvl="0"/>
            <a:r>
              <a:rPr lang="en-US" altLang="en-US"/>
              <a:t>Click to edit Master title style</a:t>
            </a:r>
            <a:endParaRPr lang="en-GB" altLang="en-US" dirty="0"/>
          </a:p>
        </p:txBody>
      </p:sp>
      <p:sp>
        <p:nvSpPr>
          <p:cNvPr id="21" name="Slide Number Placeholder 5"/>
          <p:cNvSpPr>
            <a:spLocks noGrp="1"/>
          </p:cNvSpPr>
          <p:nvPr>
            <p:ph type="sldNum" sz="quarter" idx="10"/>
          </p:nvPr>
        </p:nvSpPr>
        <p:spPr>
          <a:xfrm>
            <a:off x="4357688" y="4856163"/>
            <a:ext cx="414337" cy="13811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lgn="ctr" eaLnBrk="0" hangingPunct="0">
              <a:lnSpc>
                <a:spcPts val="1200"/>
              </a:lnSpc>
              <a:defRPr lang="en-GB" sz="900">
                <a:solidFill>
                  <a:schemeClr val="bg1"/>
                </a:solidFill>
              </a:defRPr>
            </a:lvl1pPr>
          </a:lstStyle>
          <a:p>
            <a:pPr>
              <a:defRPr/>
            </a:pPr>
            <a:fld id="{2CAD61C4-D565-481A-81FB-FD2D5DA6A43C}" type="slidenum">
              <a:rPr/>
              <a:pPr>
                <a:defRPr/>
              </a:pPr>
              <a:t>‹#›</a:t>
            </a:fld>
            <a:endParaRPr dirty="0"/>
          </a:p>
        </p:txBody>
      </p:sp>
    </p:spTree>
    <p:extLst>
      <p:ext uri="{BB962C8B-B14F-4D97-AF65-F5344CB8AC3E}">
        <p14:creationId xmlns:p14="http://schemas.microsoft.com/office/powerpoint/2010/main" val="28137708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abl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Parallelogram 3"/>
          <p:cNvSpPr/>
          <p:nvPr userDrawn="1"/>
        </p:nvSpPr>
        <p:spPr bwMode="auto">
          <a:xfrm>
            <a:off x="3629025" y="1782763"/>
            <a:ext cx="5514975" cy="2697162"/>
          </a:xfrm>
          <a:custGeom>
            <a:avLst/>
            <a:gdLst/>
            <a:ahLst/>
            <a:cxnLst/>
            <a:rect l="l" t="t" r="r" b="b"/>
            <a:pathLst>
              <a:path w="5514975" h="2697162">
                <a:moveTo>
                  <a:pt x="771523" y="0"/>
                </a:moveTo>
                <a:lnTo>
                  <a:pt x="5514975" y="0"/>
                </a:lnTo>
                <a:lnTo>
                  <a:pt x="5514975" y="2658323"/>
                </a:lnTo>
                <a:lnTo>
                  <a:pt x="5503865" y="2697162"/>
                </a:lnTo>
                <a:lnTo>
                  <a:pt x="0" y="2697162"/>
                </a:lnTo>
                <a:close/>
              </a:path>
            </a:pathLst>
          </a:custGeom>
          <a:solidFill>
            <a:schemeClr val="bg1"/>
          </a:solidFill>
          <a:ln w="9525" cap="flat" cmpd="sng" algn="ctr">
            <a:noFill/>
            <a:prstDash val="solid"/>
            <a:round/>
            <a:headEnd type="none" w="med" len="med"/>
            <a:tailEnd type="none" w="med" len="med"/>
          </a:ln>
          <a:effectLst>
            <a:outerShdw blurRad="508000" sx="102000" sy="102000" algn="ctr" rotWithShape="0">
              <a:prstClr val="black">
                <a:alpha val="10000"/>
              </a:prstClr>
            </a:outerShdw>
          </a:effectLst>
        </p:spPr>
        <p:txBody>
          <a:bodyPr anchor="ctr">
            <a:spAutoFit/>
          </a:bodyPr>
          <a:lstStyle/>
          <a:p>
            <a:pPr eaLnBrk="0" hangingPunct="0">
              <a:spcBef>
                <a:spcPct val="50000"/>
              </a:spcBef>
              <a:defRPr/>
            </a:pPr>
            <a:endParaRPr lang="en-GB">
              <a:latin typeface="Arial" charset="0"/>
              <a:ea typeface="ヒラギノ角ゴ Pro W3" pitchFamily="-64" charset="-128"/>
            </a:endParaRPr>
          </a:p>
        </p:txBody>
      </p:sp>
      <p:sp>
        <p:nvSpPr>
          <p:cNvPr id="5" name="Rectangle 9"/>
          <p:cNvSpPr>
            <a:spLocks noChangeArrowheads="1"/>
          </p:cNvSpPr>
          <p:nvPr userDrawn="1"/>
        </p:nvSpPr>
        <p:spPr bwMode="auto">
          <a:xfrm>
            <a:off x="6372225" y="4860925"/>
            <a:ext cx="2290763" cy="141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a:lnSpc>
                <a:spcPts val="1200"/>
              </a:lnSpc>
              <a:defRPr/>
            </a:pPr>
            <a:r>
              <a:rPr lang="en-GB" altLang="en-US" sz="900" dirty="0">
                <a:solidFill>
                  <a:schemeClr val="bg1"/>
                </a:solidFill>
              </a:rPr>
              <a:t>www.ecb.europa.eu © </a:t>
            </a:r>
          </a:p>
        </p:txBody>
      </p:sp>
      <p:sp>
        <p:nvSpPr>
          <p:cNvPr id="12" name="Content Placeholder 4"/>
          <p:cNvSpPr>
            <a:spLocks noGrp="1"/>
          </p:cNvSpPr>
          <p:nvPr>
            <p:ph idx="4294967295"/>
          </p:nvPr>
        </p:nvSpPr>
        <p:spPr>
          <a:xfrm>
            <a:off x="4816475" y="2556272"/>
            <a:ext cx="4076700" cy="1851422"/>
          </a:xfrm>
        </p:spPr>
        <p:txBody>
          <a:bodyPr/>
          <a:lstStyle/>
          <a:p>
            <a:pPr lvl="0"/>
            <a:r>
              <a:rPr lang="en-US"/>
              <a:t>Click to edit Master text styles</a:t>
            </a:r>
          </a:p>
        </p:txBody>
      </p:sp>
      <p:sp>
        <p:nvSpPr>
          <p:cNvPr id="9" name="Rectangle 4"/>
          <p:cNvSpPr>
            <a:spLocks noGrp="1" noChangeArrowheads="1"/>
          </p:cNvSpPr>
          <p:nvPr>
            <p:ph type="title"/>
          </p:nvPr>
        </p:nvSpPr>
        <p:spPr>
          <a:xfrm>
            <a:off x="463551" y="411956"/>
            <a:ext cx="8404225" cy="633413"/>
          </a:xfr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t"/>
          <a:lstStyle>
            <a:lvl1pPr>
              <a:defRPr lang="en-GB" altLang="en-US" sz="2800" kern="1200" dirty="0" smtClean="0"/>
            </a:lvl1pPr>
          </a:lstStyle>
          <a:p>
            <a:pPr lvl="0"/>
            <a:r>
              <a:rPr lang="en-US" altLang="en-US"/>
              <a:t>Click to edit Master title style</a:t>
            </a:r>
            <a:endParaRPr lang="en-GB" altLang="en-US" dirty="0"/>
          </a:p>
        </p:txBody>
      </p:sp>
      <p:sp>
        <p:nvSpPr>
          <p:cNvPr id="6" name="Slide Number Placeholder 5"/>
          <p:cNvSpPr>
            <a:spLocks noGrp="1"/>
          </p:cNvSpPr>
          <p:nvPr>
            <p:ph type="sldNum" sz="quarter" idx="10"/>
          </p:nvPr>
        </p:nvSpPr>
        <p:spPr>
          <a:xfrm>
            <a:off x="4357688" y="4856163"/>
            <a:ext cx="414337" cy="13811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lgn="ctr" eaLnBrk="0" hangingPunct="0">
              <a:lnSpc>
                <a:spcPts val="1200"/>
              </a:lnSpc>
              <a:defRPr lang="en-GB" sz="900">
                <a:solidFill>
                  <a:schemeClr val="bg1"/>
                </a:solidFill>
              </a:defRPr>
            </a:lvl1pPr>
          </a:lstStyle>
          <a:p>
            <a:pPr>
              <a:defRPr/>
            </a:pPr>
            <a:fld id="{43F779A3-FBD7-43A9-A418-08688450EED9}" type="slidenum">
              <a:rPr/>
              <a:pPr>
                <a:defRPr/>
              </a:pPr>
              <a:t>‹#›</a:t>
            </a:fld>
            <a:endParaRPr dirty="0"/>
          </a:p>
        </p:txBody>
      </p:sp>
    </p:spTree>
    <p:extLst>
      <p:ext uri="{BB962C8B-B14F-4D97-AF65-F5344CB8AC3E}">
        <p14:creationId xmlns:p14="http://schemas.microsoft.com/office/powerpoint/2010/main" val="2358950215"/>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 Text &amp; Image">
    <p:bg>
      <p:bgPr>
        <a:solidFill>
          <a:srgbClr val="FFFFFF"/>
        </a:solidFill>
        <a:effectLst/>
      </p:bgPr>
    </p:bg>
    <p:spTree>
      <p:nvGrpSpPr>
        <p:cNvPr id="1" name=""/>
        <p:cNvGrpSpPr/>
        <p:nvPr/>
      </p:nvGrpSpPr>
      <p:grpSpPr>
        <a:xfrm>
          <a:off x="0" y="0"/>
          <a:ext cx="0" cy="0"/>
          <a:chOff x="0" y="0"/>
          <a:chExt cx="0" cy="0"/>
        </a:xfrm>
      </p:grpSpPr>
      <p:pic>
        <p:nvPicPr>
          <p:cNvPr id="6" name="Picture 10"/>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pic>
      <p:sp>
        <p:nvSpPr>
          <p:cNvPr id="7" name="Rectangle 12"/>
          <p:cNvSpPr>
            <a:spLocks noChangeArrowheads="1"/>
          </p:cNvSpPr>
          <p:nvPr userDrawn="1">
            <p:custDataLst>
              <p:tags r:id="rId1"/>
            </p:custDataLst>
          </p:nvPr>
        </p:nvSpPr>
        <p:spPr bwMode="auto">
          <a:xfrm>
            <a:off x="4725988" y="1471613"/>
            <a:ext cx="3835400" cy="180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buClr>
                <a:schemeClr val="tx2"/>
              </a:buClr>
              <a:buChar char="•"/>
              <a:defRPr sz="2200">
                <a:solidFill>
                  <a:schemeClr val="tx1"/>
                </a:solidFill>
                <a:latin typeface="Arial" pitchFamily="34" charset="0"/>
                <a:cs typeface="Arial" pitchFamily="34" charset="0"/>
              </a:defRPr>
            </a:lvl1pPr>
            <a:lvl2pPr marL="742950" indent="-285750" eaLnBrk="0" hangingPunct="0">
              <a:buChar char="–"/>
              <a:defRPr>
                <a:solidFill>
                  <a:schemeClr val="tx1"/>
                </a:solidFill>
                <a:latin typeface="Arial" pitchFamily="34" charset="0"/>
                <a:cs typeface="Arial" pitchFamily="34" charset="0"/>
              </a:defRPr>
            </a:lvl2pPr>
            <a:lvl3pPr marL="1143000" indent="-228600" eaLnBrk="0" hangingPunct="0">
              <a:buChar char="•"/>
              <a:defRPr sz="1600">
                <a:solidFill>
                  <a:schemeClr val="tx1"/>
                </a:solidFill>
                <a:latin typeface="Arial" pitchFamily="34" charset="0"/>
                <a:cs typeface="Arial" pitchFamily="34" charset="0"/>
              </a:defRPr>
            </a:lvl3pPr>
            <a:lvl4pPr marL="1600200" indent="-228600" eaLnBrk="0" hangingPunct="0">
              <a:buChar char="–"/>
              <a:defRPr sz="1600">
                <a:solidFill>
                  <a:schemeClr val="tx1"/>
                </a:solidFill>
                <a:latin typeface="Arial" pitchFamily="34" charset="0"/>
                <a:cs typeface="Arial" pitchFamily="34" charset="0"/>
              </a:defRPr>
            </a:lvl4pPr>
            <a:lvl5pPr marL="2057400" indent="-228600" eaLnBrk="0" hangingPunct="0">
              <a:buFont typeface="Times" pitchFamily="18" charset="0"/>
              <a:buChar char="•"/>
              <a:defRPr sz="1600" i="1">
                <a:solidFill>
                  <a:schemeClr val="tx1"/>
                </a:solidFill>
                <a:latin typeface="Arial" pitchFamily="34" charset="0"/>
                <a:cs typeface="Arial" pitchFamily="34" charset="0"/>
              </a:defRPr>
            </a:lvl5pPr>
            <a:lvl6pPr marL="25146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6pPr>
            <a:lvl7pPr marL="29718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7pPr>
            <a:lvl8pPr marL="34290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8pPr>
            <a:lvl9pPr marL="38862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9pPr>
          </a:lstStyle>
          <a:p>
            <a:pPr eaLnBrk="1" hangingPunct="1">
              <a:spcBef>
                <a:spcPct val="0"/>
              </a:spcBef>
              <a:buClrTx/>
              <a:buFontTx/>
              <a:buNone/>
              <a:defRPr/>
            </a:pPr>
            <a:endParaRPr lang="en-GB" altLang="en-US" sz="3500" dirty="0">
              <a:solidFill>
                <a:srgbClr val="FFFFFF"/>
              </a:solidFill>
            </a:endParaRPr>
          </a:p>
        </p:txBody>
      </p:sp>
      <p:sp>
        <p:nvSpPr>
          <p:cNvPr id="8" name="Rectangle 12"/>
          <p:cNvSpPr>
            <a:spLocks noChangeArrowheads="1"/>
          </p:cNvSpPr>
          <p:nvPr userDrawn="1">
            <p:custDataLst>
              <p:tags r:id="rId2"/>
            </p:custDataLst>
          </p:nvPr>
        </p:nvSpPr>
        <p:spPr bwMode="auto">
          <a:xfrm>
            <a:off x="4725988" y="3400425"/>
            <a:ext cx="3949700"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buClr>
                <a:schemeClr val="tx2"/>
              </a:buClr>
              <a:buChar char="•"/>
              <a:defRPr sz="2200">
                <a:solidFill>
                  <a:schemeClr val="tx1"/>
                </a:solidFill>
                <a:latin typeface="Arial" pitchFamily="34" charset="0"/>
                <a:cs typeface="Arial" pitchFamily="34" charset="0"/>
              </a:defRPr>
            </a:lvl1pPr>
            <a:lvl2pPr marL="742950" indent="-285750" eaLnBrk="0" hangingPunct="0">
              <a:buChar char="–"/>
              <a:defRPr>
                <a:solidFill>
                  <a:schemeClr val="tx1"/>
                </a:solidFill>
                <a:latin typeface="Arial" pitchFamily="34" charset="0"/>
                <a:cs typeface="Arial" pitchFamily="34" charset="0"/>
              </a:defRPr>
            </a:lvl2pPr>
            <a:lvl3pPr marL="1143000" indent="-228600" eaLnBrk="0" hangingPunct="0">
              <a:buChar char="•"/>
              <a:defRPr sz="1600">
                <a:solidFill>
                  <a:schemeClr val="tx1"/>
                </a:solidFill>
                <a:latin typeface="Arial" pitchFamily="34" charset="0"/>
                <a:cs typeface="Arial" pitchFamily="34" charset="0"/>
              </a:defRPr>
            </a:lvl3pPr>
            <a:lvl4pPr marL="1600200" indent="-228600" eaLnBrk="0" hangingPunct="0">
              <a:buChar char="–"/>
              <a:defRPr sz="1600">
                <a:solidFill>
                  <a:schemeClr val="tx1"/>
                </a:solidFill>
                <a:latin typeface="Arial" pitchFamily="34" charset="0"/>
                <a:cs typeface="Arial" pitchFamily="34" charset="0"/>
              </a:defRPr>
            </a:lvl4pPr>
            <a:lvl5pPr marL="2057400" indent="-228600" eaLnBrk="0" hangingPunct="0">
              <a:buFont typeface="Times" pitchFamily="18" charset="0"/>
              <a:buChar char="•"/>
              <a:defRPr sz="1600" i="1">
                <a:solidFill>
                  <a:schemeClr val="tx1"/>
                </a:solidFill>
                <a:latin typeface="Arial" pitchFamily="34" charset="0"/>
                <a:cs typeface="Arial" pitchFamily="34" charset="0"/>
              </a:defRPr>
            </a:lvl5pPr>
            <a:lvl6pPr marL="25146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6pPr>
            <a:lvl7pPr marL="29718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7pPr>
            <a:lvl8pPr marL="34290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8pPr>
            <a:lvl9pPr marL="38862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9pPr>
          </a:lstStyle>
          <a:p>
            <a:pPr eaLnBrk="1" hangingPunct="1">
              <a:buFontTx/>
              <a:buNone/>
              <a:defRPr/>
            </a:pPr>
            <a:endParaRPr lang="en-GB" altLang="en-US" sz="2000" dirty="0">
              <a:solidFill>
                <a:schemeClr val="bg1"/>
              </a:solidFill>
            </a:endParaRPr>
          </a:p>
        </p:txBody>
      </p:sp>
      <p:sp>
        <p:nvSpPr>
          <p:cNvPr id="9" name="Rectangle 8"/>
          <p:cNvSpPr>
            <a:spLocks noChangeArrowheads="1"/>
          </p:cNvSpPr>
          <p:nvPr userDrawn="1"/>
        </p:nvSpPr>
        <p:spPr bwMode="auto">
          <a:xfrm>
            <a:off x="6372225" y="4860925"/>
            <a:ext cx="2290763" cy="141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a:lnSpc>
                <a:spcPts val="1200"/>
              </a:lnSpc>
              <a:defRPr/>
            </a:pPr>
            <a:r>
              <a:rPr lang="en-GB" altLang="en-US" sz="900" dirty="0">
                <a:solidFill>
                  <a:schemeClr val="bg1"/>
                </a:solidFill>
              </a:rPr>
              <a:t>www.ecb.europa.eu © </a:t>
            </a:r>
          </a:p>
        </p:txBody>
      </p:sp>
      <p:sp>
        <p:nvSpPr>
          <p:cNvPr id="11" name="Rectangle 1"/>
          <p:cNvSpPr>
            <a:spLocks noChangeArrowheads="1"/>
          </p:cNvSpPr>
          <p:nvPr userDrawn="1"/>
        </p:nvSpPr>
        <p:spPr bwMode="auto">
          <a:xfrm>
            <a:off x="4816475" y="3443288"/>
            <a:ext cx="790575" cy="25400"/>
          </a:xfrm>
          <a:prstGeom prst="rect">
            <a:avLst/>
          </a:prstGeom>
          <a:solidFill>
            <a:schemeClr val="bg1"/>
          </a:solidFill>
          <a:ln w="9525" algn="ctr">
            <a:noFill/>
            <a:round/>
            <a:headEnd/>
            <a:tailEnd/>
          </a:ln>
          <a:effectLst/>
        </p:spPr>
        <p:txBody>
          <a:bodyPr anchor="ctr">
            <a:spAutoFit/>
          </a:bodyPr>
          <a:lstStyle>
            <a:lvl1pPr eaLnBrk="0" hangingPunct="0">
              <a:spcBef>
                <a:spcPct val="30000"/>
              </a:spcBef>
              <a:buClr>
                <a:schemeClr val="tx2"/>
              </a:buClr>
              <a:buChar char="•"/>
              <a:defRPr sz="2200">
                <a:solidFill>
                  <a:schemeClr val="tx1"/>
                </a:solidFill>
                <a:latin typeface="Arial" pitchFamily="34" charset="0"/>
                <a:cs typeface="Arial" pitchFamily="34" charset="0"/>
              </a:defRPr>
            </a:lvl1pPr>
            <a:lvl2pPr marL="742950" indent="-285750" eaLnBrk="0" hangingPunct="0">
              <a:buChar char="–"/>
              <a:defRPr>
                <a:solidFill>
                  <a:schemeClr val="tx1"/>
                </a:solidFill>
                <a:latin typeface="Arial" pitchFamily="34" charset="0"/>
                <a:cs typeface="Arial" pitchFamily="34" charset="0"/>
              </a:defRPr>
            </a:lvl2pPr>
            <a:lvl3pPr marL="1143000" indent="-228600" eaLnBrk="0" hangingPunct="0">
              <a:buChar char="•"/>
              <a:defRPr sz="1600">
                <a:solidFill>
                  <a:schemeClr val="tx1"/>
                </a:solidFill>
                <a:latin typeface="Arial" pitchFamily="34" charset="0"/>
                <a:cs typeface="Arial" pitchFamily="34" charset="0"/>
              </a:defRPr>
            </a:lvl3pPr>
            <a:lvl4pPr marL="1600200" indent="-228600" eaLnBrk="0" hangingPunct="0">
              <a:buChar char="–"/>
              <a:defRPr sz="1600">
                <a:solidFill>
                  <a:schemeClr val="tx1"/>
                </a:solidFill>
                <a:latin typeface="Arial" pitchFamily="34" charset="0"/>
                <a:cs typeface="Arial" pitchFamily="34" charset="0"/>
              </a:defRPr>
            </a:lvl4pPr>
            <a:lvl5pPr marL="2057400" indent="-228600" eaLnBrk="0" hangingPunct="0">
              <a:buFont typeface="Times" pitchFamily="18" charset="0"/>
              <a:buChar char="•"/>
              <a:defRPr sz="1600" i="1">
                <a:solidFill>
                  <a:schemeClr val="tx1"/>
                </a:solidFill>
                <a:latin typeface="Arial" pitchFamily="34" charset="0"/>
                <a:cs typeface="Arial" pitchFamily="34" charset="0"/>
              </a:defRPr>
            </a:lvl5pPr>
            <a:lvl6pPr marL="25146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6pPr>
            <a:lvl7pPr marL="29718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7pPr>
            <a:lvl8pPr marL="34290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8pPr>
            <a:lvl9pPr marL="38862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9pPr>
          </a:lstStyle>
          <a:p>
            <a:pPr>
              <a:spcBef>
                <a:spcPct val="50000"/>
              </a:spcBef>
              <a:buClrTx/>
              <a:buFontTx/>
              <a:buNone/>
              <a:defRPr/>
            </a:pPr>
            <a:endParaRPr lang="en-GB" altLang="en-US" sz="1800">
              <a:ea typeface="ヒラギノ角ゴ Pro W3"/>
              <a:cs typeface="ヒラギノ角ゴ Pro W3"/>
            </a:endParaRPr>
          </a:p>
        </p:txBody>
      </p:sp>
      <p:sp>
        <p:nvSpPr>
          <p:cNvPr id="10" name="Picture Placeholder 9"/>
          <p:cNvSpPr>
            <a:spLocks noGrp="1"/>
          </p:cNvSpPr>
          <p:nvPr>
            <p:ph type="pic" sz="quarter" idx="11"/>
          </p:nvPr>
        </p:nvSpPr>
        <p:spPr>
          <a:xfrm>
            <a:off x="1" y="-3175"/>
            <a:ext cx="4621213" cy="5141913"/>
          </a:xfrm>
          <a:custGeom>
            <a:avLst/>
            <a:gdLst/>
            <a:ahLst/>
            <a:cxnLst/>
            <a:rect l="l" t="t" r="r" b="b"/>
            <a:pathLst>
              <a:path w="4621213" h="5141913">
                <a:moveTo>
                  <a:pt x="0" y="0"/>
                </a:moveTo>
                <a:lnTo>
                  <a:pt x="4621213" y="0"/>
                </a:lnTo>
                <a:lnTo>
                  <a:pt x="3184409" y="5141913"/>
                </a:lnTo>
                <a:lnTo>
                  <a:pt x="0" y="5141913"/>
                </a:lnTo>
                <a:close/>
              </a:path>
            </a:pathLst>
          </a:custGeom>
        </p:spPr>
        <p:txBody>
          <a:bodyPr/>
          <a:lstStyle/>
          <a:p>
            <a:pPr lvl="0"/>
            <a:r>
              <a:rPr lang="en-US" noProof="0"/>
              <a:t>Click icon to add picture</a:t>
            </a:r>
            <a:endParaRPr lang="en-GB" noProof="0"/>
          </a:p>
        </p:txBody>
      </p:sp>
      <p:sp>
        <p:nvSpPr>
          <p:cNvPr id="13" name="Text Placeholder 16"/>
          <p:cNvSpPr>
            <a:spLocks noGrp="1"/>
          </p:cNvSpPr>
          <p:nvPr>
            <p:ph type="body" sz="quarter" idx="13"/>
          </p:nvPr>
        </p:nvSpPr>
        <p:spPr>
          <a:xfrm>
            <a:off x="4816475" y="907256"/>
            <a:ext cx="3968750" cy="1128713"/>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lang="en-US" sz="6000" kern="1200" dirty="0" smtClean="0">
                <a:solidFill>
                  <a:srgbClr val="FFFFFF"/>
                </a:solidFill>
                <a:latin typeface="Arial" pitchFamily="34" charset="0"/>
                <a:cs typeface="Arial" pitchFamily="34" charset="0"/>
              </a:defRPr>
            </a:lvl1pPr>
          </a:lstStyle>
          <a:p>
            <a:pPr lvl="0"/>
            <a:r>
              <a:rPr lang="en-US"/>
              <a:t>Click to edit Master text styles</a:t>
            </a:r>
          </a:p>
        </p:txBody>
      </p:sp>
      <p:sp>
        <p:nvSpPr>
          <p:cNvPr id="14" name="Text Placeholder 16"/>
          <p:cNvSpPr>
            <a:spLocks noGrp="1"/>
          </p:cNvSpPr>
          <p:nvPr>
            <p:ph type="body" sz="quarter" idx="15"/>
          </p:nvPr>
        </p:nvSpPr>
        <p:spPr>
          <a:xfrm>
            <a:off x="4811713" y="2137569"/>
            <a:ext cx="3968750" cy="1262856"/>
          </a:xfr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b"/>
          <a:lstStyle>
            <a:lvl1pPr>
              <a:defRPr lang="en-US" sz="3200" kern="1200" smtClean="0">
                <a:solidFill>
                  <a:schemeClr val="bg1"/>
                </a:solidFill>
                <a:ea typeface="+mj-ea"/>
                <a:cs typeface="+mj-cs"/>
              </a:defRPr>
            </a:lvl1pPr>
            <a:lvl2pPr>
              <a:defRPr lang="en-US" smtClean="0"/>
            </a:lvl2pPr>
          </a:lstStyle>
          <a:p>
            <a:pPr lvl="0"/>
            <a:r>
              <a:rPr lang="en-US"/>
              <a:t>Click to edit Master text styles</a:t>
            </a:r>
          </a:p>
        </p:txBody>
      </p:sp>
      <p:sp>
        <p:nvSpPr>
          <p:cNvPr id="15" name="Text Placeholder 16"/>
          <p:cNvSpPr>
            <a:spLocks noGrp="1"/>
          </p:cNvSpPr>
          <p:nvPr>
            <p:ph type="body" sz="quarter" idx="16"/>
          </p:nvPr>
        </p:nvSpPr>
        <p:spPr>
          <a:xfrm>
            <a:off x="4811713" y="3565525"/>
            <a:ext cx="3968750" cy="1128713"/>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defRPr lang="en-US" sz="2000" kern="1200" baseline="0" dirty="0" smtClean="0">
                <a:solidFill>
                  <a:schemeClr val="bg1"/>
                </a:solidFill>
                <a:latin typeface="Arial" pitchFamily="34" charset="0"/>
                <a:cs typeface="Arial" pitchFamily="34" charset="0"/>
              </a:defRPr>
            </a:lvl1pPr>
          </a:lstStyle>
          <a:p>
            <a:pPr lvl="0"/>
            <a:r>
              <a:rPr lang="en-US"/>
              <a:t>Click to edit Master text styles</a:t>
            </a:r>
          </a:p>
        </p:txBody>
      </p:sp>
      <p:sp>
        <p:nvSpPr>
          <p:cNvPr id="12" name="Slide Number Placeholder 5"/>
          <p:cNvSpPr>
            <a:spLocks noGrp="1"/>
          </p:cNvSpPr>
          <p:nvPr>
            <p:ph type="sldNum" sz="quarter" idx="17"/>
          </p:nvPr>
        </p:nvSpPr>
        <p:spPr>
          <a:xfrm>
            <a:off x="4357688" y="4856163"/>
            <a:ext cx="414337" cy="13811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lgn="ctr" eaLnBrk="0" hangingPunct="0">
              <a:lnSpc>
                <a:spcPts val="1200"/>
              </a:lnSpc>
              <a:defRPr lang="en-GB" sz="900">
                <a:solidFill>
                  <a:schemeClr val="bg1"/>
                </a:solidFill>
              </a:defRPr>
            </a:lvl1pPr>
          </a:lstStyle>
          <a:p>
            <a:pPr>
              <a:defRPr/>
            </a:pPr>
            <a:fld id="{197FC801-E2EE-42B2-BFDF-F67C23A6F660}" type="slidenum">
              <a:rPr/>
              <a:pPr>
                <a:defRPr/>
              </a:pPr>
              <a:t>‹#›</a:t>
            </a:fld>
            <a:endParaRPr dirty="0"/>
          </a:p>
        </p:txBody>
      </p:sp>
    </p:spTree>
    <p:extLst>
      <p:ext uri="{BB962C8B-B14F-4D97-AF65-F5344CB8AC3E}">
        <p14:creationId xmlns:p14="http://schemas.microsoft.com/office/powerpoint/2010/main" val="1193718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 Text (NO Image)">
    <p:bg>
      <p:bgPr>
        <a:solidFill>
          <a:srgbClr val="FFFFFF"/>
        </a:solidFill>
        <a:effectLst/>
      </p:bgPr>
    </p:bg>
    <p:spTree>
      <p:nvGrpSpPr>
        <p:cNvPr id="1" name=""/>
        <p:cNvGrpSpPr/>
        <p:nvPr/>
      </p:nvGrpSpPr>
      <p:grpSpPr>
        <a:xfrm>
          <a:off x="0" y="0"/>
          <a:ext cx="0" cy="0"/>
          <a:chOff x="0" y="0"/>
          <a:chExt cx="0" cy="0"/>
        </a:xfrm>
      </p:grpSpPr>
      <p:pic>
        <p:nvPicPr>
          <p:cNvPr id="6" name="Picture 10"/>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53975" y="0"/>
            <a:ext cx="9197975"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12"/>
          <p:cNvSpPr>
            <a:spLocks noChangeArrowheads="1"/>
          </p:cNvSpPr>
          <p:nvPr userDrawn="1">
            <p:custDataLst>
              <p:tags r:id="rId1"/>
            </p:custDataLst>
          </p:nvPr>
        </p:nvSpPr>
        <p:spPr bwMode="auto">
          <a:xfrm>
            <a:off x="4725988" y="1471613"/>
            <a:ext cx="3835400" cy="180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buClr>
                <a:schemeClr val="tx2"/>
              </a:buClr>
              <a:buChar char="•"/>
              <a:defRPr sz="2200">
                <a:solidFill>
                  <a:schemeClr val="tx1"/>
                </a:solidFill>
                <a:latin typeface="Arial" pitchFamily="34" charset="0"/>
                <a:cs typeface="Arial" pitchFamily="34" charset="0"/>
              </a:defRPr>
            </a:lvl1pPr>
            <a:lvl2pPr marL="742950" indent="-285750" eaLnBrk="0" hangingPunct="0">
              <a:buChar char="–"/>
              <a:defRPr>
                <a:solidFill>
                  <a:schemeClr val="tx1"/>
                </a:solidFill>
                <a:latin typeface="Arial" pitchFamily="34" charset="0"/>
                <a:cs typeface="Arial" pitchFamily="34" charset="0"/>
              </a:defRPr>
            </a:lvl2pPr>
            <a:lvl3pPr marL="1143000" indent="-228600" eaLnBrk="0" hangingPunct="0">
              <a:buChar char="•"/>
              <a:defRPr sz="1600">
                <a:solidFill>
                  <a:schemeClr val="tx1"/>
                </a:solidFill>
                <a:latin typeface="Arial" pitchFamily="34" charset="0"/>
                <a:cs typeface="Arial" pitchFamily="34" charset="0"/>
              </a:defRPr>
            </a:lvl3pPr>
            <a:lvl4pPr marL="1600200" indent="-228600" eaLnBrk="0" hangingPunct="0">
              <a:buChar char="–"/>
              <a:defRPr sz="1600">
                <a:solidFill>
                  <a:schemeClr val="tx1"/>
                </a:solidFill>
                <a:latin typeface="Arial" pitchFamily="34" charset="0"/>
                <a:cs typeface="Arial" pitchFamily="34" charset="0"/>
              </a:defRPr>
            </a:lvl4pPr>
            <a:lvl5pPr marL="2057400" indent="-228600" eaLnBrk="0" hangingPunct="0">
              <a:buFont typeface="Times" pitchFamily="18" charset="0"/>
              <a:buChar char="•"/>
              <a:defRPr sz="1600" i="1">
                <a:solidFill>
                  <a:schemeClr val="tx1"/>
                </a:solidFill>
                <a:latin typeface="Arial" pitchFamily="34" charset="0"/>
                <a:cs typeface="Arial" pitchFamily="34" charset="0"/>
              </a:defRPr>
            </a:lvl5pPr>
            <a:lvl6pPr marL="25146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6pPr>
            <a:lvl7pPr marL="29718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7pPr>
            <a:lvl8pPr marL="34290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8pPr>
            <a:lvl9pPr marL="38862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9pPr>
          </a:lstStyle>
          <a:p>
            <a:pPr eaLnBrk="1" hangingPunct="1">
              <a:spcBef>
                <a:spcPct val="0"/>
              </a:spcBef>
              <a:buClrTx/>
              <a:buFontTx/>
              <a:buNone/>
              <a:defRPr/>
            </a:pPr>
            <a:endParaRPr lang="en-GB" altLang="en-US" sz="3500" dirty="0">
              <a:solidFill>
                <a:srgbClr val="FFFFFF"/>
              </a:solidFill>
            </a:endParaRPr>
          </a:p>
        </p:txBody>
      </p:sp>
      <p:sp>
        <p:nvSpPr>
          <p:cNvPr id="8" name="Rectangle 12"/>
          <p:cNvSpPr>
            <a:spLocks noChangeArrowheads="1"/>
          </p:cNvSpPr>
          <p:nvPr userDrawn="1">
            <p:custDataLst>
              <p:tags r:id="rId2"/>
            </p:custDataLst>
          </p:nvPr>
        </p:nvSpPr>
        <p:spPr bwMode="auto">
          <a:xfrm>
            <a:off x="4725988" y="3400425"/>
            <a:ext cx="3949700"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buClr>
                <a:schemeClr val="tx2"/>
              </a:buClr>
              <a:buChar char="•"/>
              <a:defRPr sz="2200">
                <a:solidFill>
                  <a:schemeClr val="tx1"/>
                </a:solidFill>
                <a:latin typeface="Arial" pitchFamily="34" charset="0"/>
                <a:cs typeface="Arial" pitchFamily="34" charset="0"/>
              </a:defRPr>
            </a:lvl1pPr>
            <a:lvl2pPr marL="742950" indent="-285750" eaLnBrk="0" hangingPunct="0">
              <a:buChar char="–"/>
              <a:defRPr>
                <a:solidFill>
                  <a:schemeClr val="tx1"/>
                </a:solidFill>
                <a:latin typeface="Arial" pitchFamily="34" charset="0"/>
                <a:cs typeface="Arial" pitchFamily="34" charset="0"/>
              </a:defRPr>
            </a:lvl2pPr>
            <a:lvl3pPr marL="1143000" indent="-228600" eaLnBrk="0" hangingPunct="0">
              <a:buChar char="•"/>
              <a:defRPr sz="1600">
                <a:solidFill>
                  <a:schemeClr val="tx1"/>
                </a:solidFill>
                <a:latin typeface="Arial" pitchFamily="34" charset="0"/>
                <a:cs typeface="Arial" pitchFamily="34" charset="0"/>
              </a:defRPr>
            </a:lvl3pPr>
            <a:lvl4pPr marL="1600200" indent="-228600" eaLnBrk="0" hangingPunct="0">
              <a:buChar char="–"/>
              <a:defRPr sz="1600">
                <a:solidFill>
                  <a:schemeClr val="tx1"/>
                </a:solidFill>
                <a:latin typeface="Arial" pitchFamily="34" charset="0"/>
                <a:cs typeface="Arial" pitchFamily="34" charset="0"/>
              </a:defRPr>
            </a:lvl4pPr>
            <a:lvl5pPr marL="2057400" indent="-228600" eaLnBrk="0" hangingPunct="0">
              <a:buFont typeface="Times" pitchFamily="18" charset="0"/>
              <a:buChar char="•"/>
              <a:defRPr sz="1600" i="1">
                <a:solidFill>
                  <a:schemeClr val="tx1"/>
                </a:solidFill>
                <a:latin typeface="Arial" pitchFamily="34" charset="0"/>
                <a:cs typeface="Arial" pitchFamily="34" charset="0"/>
              </a:defRPr>
            </a:lvl5pPr>
            <a:lvl6pPr marL="25146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6pPr>
            <a:lvl7pPr marL="29718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7pPr>
            <a:lvl8pPr marL="34290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8pPr>
            <a:lvl9pPr marL="38862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9pPr>
          </a:lstStyle>
          <a:p>
            <a:pPr eaLnBrk="1" hangingPunct="1">
              <a:buFontTx/>
              <a:buNone/>
              <a:defRPr/>
            </a:pPr>
            <a:endParaRPr lang="en-GB" altLang="en-US" sz="2000" dirty="0">
              <a:solidFill>
                <a:schemeClr val="bg1"/>
              </a:solidFill>
            </a:endParaRPr>
          </a:p>
        </p:txBody>
      </p:sp>
      <p:sp>
        <p:nvSpPr>
          <p:cNvPr id="9" name="Rectangle 8"/>
          <p:cNvSpPr>
            <a:spLocks noChangeArrowheads="1"/>
          </p:cNvSpPr>
          <p:nvPr userDrawn="1"/>
        </p:nvSpPr>
        <p:spPr bwMode="auto">
          <a:xfrm>
            <a:off x="6372225" y="4860925"/>
            <a:ext cx="2290763" cy="141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a:lnSpc>
                <a:spcPts val="1200"/>
              </a:lnSpc>
              <a:defRPr/>
            </a:pPr>
            <a:r>
              <a:rPr lang="en-GB" altLang="en-US" sz="900" dirty="0">
                <a:solidFill>
                  <a:schemeClr val="bg1"/>
                </a:solidFill>
              </a:rPr>
              <a:t>www.ecb.europa.eu © </a:t>
            </a:r>
          </a:p>
        </p:txBody>
      </p:sp>
      <p:sp>
        <p:nvSpPr>
          <p:cNvPr id="10" name="Rectangle 1"/>
          <p:cNvSpPr>
            <a:spLocks noChangeArrowheads="1"/>
          </p:cNvSpPr>
          <p:nvPr userDrawn="1"/>
        </p:nvSpPr>
        <p:spPr bwMode="auto">
          <a:xfrm>
            <a:off x="4816475" y="3443288"/>
            <a:ext cx="790575" cy="25400"/>
          </a:xfrm>
          <a:prstGeom prst="rect">
            <a:avLst/>
          </a:prstGeom>
          <a:solidFill>
            <a:schemeClr val="bg1"/>
          </a:solidFill>
          <a:ln w="9525" algn="ctr">
            <a:noFill/>
            <a:round/>
            <a:headEnd/>
            <a:tailEnd/>
          </a:ln>
          <a:effectLst/>
        </p:spPr>
        <p:txBody>
          <a:bodyPr anchor="ctr">
            <a:spAutoFit/>
          </a:bodyPr>
          <a:lstStyle>
            <a:lvl1pPr eaLnBrk="0" hangingPunct="0">
              <a:spcBef>
                <a:spcPct val="30000"/>
              </a:spcBef>
              <a:buClr>
                <a:schemeClr val="tx2"/>
              </a:buClr>
              <a:buChar char="•"/>
              <a:defRPr sz="2200">
                <a:solidFill>
                  <a:schemeClr val="tx1"/>
                </a:solidFill>
                <a:latin typeface="Arial" pitchFamily="34" charset="0"/>
                <a:cs typeface="Arial" pitchFamily="34" charset="0"/>
              </a:defRPr>
            </a:lvl1pPr>
            <a:lvl2pPr marL="742950" indent="-285750" eaLnBrk="0" hangingPunct="0">
              <a:buChar char="–"/>
              <a:defRPr>
                <a:solidFill>
                  <a:schemeClr val="tx1"/>
                </a:solidFill>
                <a:latin typeface="Arial" pitchFamily="34" charset="0"/>
                <a:cs typeface="Arial" pitchFamily="34" charset="0"/>
              </a:defRPr>
            </a:lvl2pPr>
            <a:lvl3pPr marL="1143000" indent="-228600" eaLnBrk="0" hangingPunct="0">
              <a:buChar char="•"/>
              <a:defRPr sz="1600">
                <a:solidFill>
                  <a:schemeClr val="tx1"/>
                </a:solidFill>
                <a:latin typeface="Arial" pitchFamily="34" charset="0"/>
                <a:cs typeface="Arial" pitchFamily="34" charset="0"/>
              </a:defRPr>
            </a:lvl3pPr>
            <a:lvl4pPr marL="1600200" indent="-228600" eaLnBrk="0" hangingPunct="0">
              <a:buChar char="–"/>
              <a:defRPr sz="1600">
                <a:solidFill>
                  <a:schemeClr val="tx1"/>
                </a:solidFill>
                <a:latin typeface="Arial" pitchFamily="34" charset="0"/>
                <a:cs typeface="Arial" pitchFamily="34" charset="0"/>
              </a:defRPr>
            </a:lvl4pPr>
            <a:lvl5pPr marL="2057400" indent="-228600" eaLnBrk="0" hangingPunct="0">
              <a:buFont typeface="Times" pitchFamily="18" charset="0"/>
              <a:buChar char="•"/>
              <a:defRPr sz="1600" i="1">
                <a:solidFill>
                  <a:schemeClr val="tx1"/>
                </a:solidFill>
                <a:latin typeface="Arial" pitchFamily="34" charset="0"/>
                <a:cs typeface="Arial" pitchFamily="34" charset="0"/>
              </a:defRPr>
            </a:lvl5pPr>
            <a:lvl6pPr marL="25146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6pPr>
            <a:lvl7pPr marL="29718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7pPr>
            <a:lvl8pPr marL="34290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8pPr>
            <a:lvl9pPr marL="38862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9pPr>
          </a:lstStyle>
          <a:p>
            <a:pPr>
              <a:spcBef>
                <a:spcPct val="50000"/>
              </a:spcBef>
              <a:buClrTx/>
              <a:buFontTx/>
              <a:buNone/>
              <a:defRPr/>
            </a:pPr>
            <a:endParaRPr lang="en-GB" altLang="en-US" sz="1800">
              <a:ea typeface="ヒラギノ角ゴ Pro W3"/>
              <a:cs typeface="ヒラギノ角ゴ Pro W3"/>
            </a:endParaRPr>
          </a:p>
        </p:txBody>
      </p:sp>
      <p:sp>
        <p:nvSpPr>
          <p:cNvPr id="11" name="Parallelogram 10"/>
          <p:cNvSpPr/>
          <p:nvPr userDrawn="1"/>
        </p:nvSpPr>
        <p:spPr bwMode="auto">
          <a:xfrm>
            <a:off x="0" y="0"/>
            <a:ext cx="4591050" cy="5143500"/>
          </a:xfrm>
          <a:custGeom>
            <a:avLst/>
            <a:gdLst/>
            <a:ahLst/>
            <a:cxnLst/>
            <a:rect l="l" t="t" r="r" b="b"/>
            <a:pathLst>
              <a:path w="4591751" h="5143500">
                <a:moveTo>
                  <a:pt x="0" y="0"/>
                </a:moveTo>
                <a:lnTo>
                  <a:pt x="4591751" y="0"/>
                </a:lnTo>
                <a:lnTo>
                  <a:pt x="3154503" y="5143500"/>
                </a:lnTo>
                <a:lnTo>
                  <a:pt x="0" y="5143500"/>
                </a:lnTo>
                <a:close/>
              </a:path>
            </a:pathLst>
          </a:custGeom>
          <a:solidFill>
            <a:schemeClr val="bg1"/>
          </a:solidFill>
          <a:ln w="9525" cap="flat" cmpd="sng" algn="ctr">
            <a:noFill/>
            <a:prstDash val="solid"/>
            <a:round/>
            <a:headEnd type="none" w="med" len="med"/>
            <a:tailEnd type="none" w="med" len="med"/>
          </a:ln>
          <a:effectLst>
            <a:outerShdw blurRad="508000" sx="102000" sy="102000" algn="ctr" rotWithShape="0">
              <a:prstClr val="black">
                <a:alpha val="10000"/>
              </a:prstClr>
            </a:outerShdw>
          </a:effectLst>
        </p:spPr>
        <p:txBody>
          <a:bodyPr anchor="ctr">
            <a:spAutoFit/>
          </a:bodyPr>
          <a:lstStyle/>
          <a:p>
            <a:pPr eaLnBrk="0" hangingPunct="0">
              <a:spcBef>
                <a:spcPct val="50000"/>
              </a:spcBef>
              <a:defRPr/>
            </a:pPr>
            <a:endParaRPr lang="en-GB">
              <a:latin typeface="Arial" charset="0"/>
              <a:ea typeface="ヒラギノ角ゴ Pro W3" pitchFamily="-64" charset="-128"/>
            </a:endParaRPr>
          </a:p>
        </p:txBody>
      </p:sp>
      <p:sp>
        <p:nvSpPr>
          <p:cNvPr id="17" name="Text Placeholder 16"/>
          <p:cNvSpPr>
            <a:spLocks noGrp="1"/>
          </p:cNvSpPr>
          <p:nvPr>
            <p:ph type="body" sz="quarter" idx="13"/>
          </p:nvPr>
        </p:nvSpPr>
        <p:spPr>
          <a:xfrm>
            <a:off x="4816475" y="907256"/>
            <a:ext cx="3968750" cy="1128713"/>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lang="en-US" sz="6000" kern="1200" dirty="0" smtClean="0">
                <a:solidFill>
                  <a:srgbClr val="FFFFFF"/>
                </a:solidFill>
                <a:latin typeface="Arial" pitchFamily="34" charset="0"/>
                <a:cs typeface="Arial" pitchFamily="34" charset="0"/>
              </a:defRPr>
            </a:lvl1pPr>
          </a:lstStyle>
          <a:p>
            <a:pPr lvl="0"/>
            <a:r>
              <a:rPr lang="en-US"/>
              <a:t>Click to edit Master text styles</a:t>
            </a:r>
          </a:p>
        </p:txBody>
      </p:sp>
      <p:sp>
        <p:nvSpPr>
          <p:cNvPr id="14" name="Text Placeholder 16"/>
          <p:cNvSpPr>
            <a:spLocks noGrp="1"/>
          </p:cNvSpPr>
          <p:nvPr>
            <p:ph type="body" sz="quarter" idx="15"/>
          </p:nvPr>
        </p:nvSpPr>
        <p:spPr>
          <a:xfrm>
            <a:off x="4811713" y="2137569"/>
            <a:ext cx="3968750" cy="1262856"/>
          </a:xfr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b"/>
          <a:lstStyle>
            <a:lvl1pPr>
              <a:defRPr lang="en-US" sz="3200" kern="1200" smtClean="0">
                <a:solidFill>
                  <a:schemeClr val="bg1"/>
                </a:solidFill>
                <a:ea typeface="+mj-ea"/>
                <a:cs typeface="+mj-cs"/>
              </a:defRPr>
            </a:lvl1pPr>
            <a:lvl2pPr>
              <a:defRPr lang="en-US" smtClean="0"/>
            </a:lvl2pPr>
          </a:lstStyle>
          <a:p>
            <a:pPr lvl="0"/>
            <a:r>
              <a:rPr lang="en-US"/>
              <a:t>Click to edit Master text styles</a:t>
            </a:r>
          </a:p>
        </p:txBody>
      </p:sp>
      <p:sp>
        <p:nvSpPr>
          <p:cNvPr id="15" name="Text Placeholder 16"/>
          <p:cNvSpPr>
            <a:spLocks noGrp="1"/>
          </p:cNvSpPr>
          <p:nvPr>
            <p:ph type="body" sz="quarter" idx="16"/>
          </p:nvPr>
        </p:nvSpPr>
        <p:spPr>
          <a:xfrm>
            <a:off x="4811713" y="3565525"/>
            <a:ext cx="3968750" cy="1128713"/>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defRPr lang="en-US" sz="2000" kern="1200" baseline="0" dirty="0" smtClean="0">
                <a:solidFill>
                  <a:schemeClr val="bg1"/>
                </a:solidFill>
                <a:latin typeface="Arial" pitchFamily="34" charset="0"/>
                <a:cs typeface="Arial" pitchFamily="34" charset="0"/>
              </a:defRPr>
            </a:lvl1pPr>
          </a:lstStyle>
          <a:p>
            <a:pPr lvl="0"/>
            <a:r>
              <a:rPr lang="en-US"/>
              <a:t>Click to edit Master text styles</a:t>
            </a:r>
          </a:p>
        </p:txBody>
      </p:sp>
      <p:sp>
        <p:nvSpPr>
          <p:cNvPr id="18" name="Text Placeholder 17"/>
          <p:cNvSpPr>
            <a:spLocks noGrp="1"/>
          </p:cNvSpPr>
          <p:nvPr>
            <p:ph type="body" sz="quarter" idx="17"/>
          </p:nvPr>
        </p:nvSpPr>
        <p:spPr>
          <a:xfrm>
            <a:off x="0" y="831850"/>
            <a:ext cx="3881438" cy="40290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lstStyle>
            <a:lvl1pPr algn="r">
              <a:defRPr lang="en-US" sz="30000" b="1" kern="1200" smtClean="0">
                <a:solidFill>
                  <a:srgbClr val="003299"/>
                </a:solidFill>
                <a:cs typeface="Arial" pitchFamily="34" charset="0"/>
              </a:defRPr>
            </a:lvl1pPr>
            <a:lvl2pPr>
              <a:defRPr lang="en-US" kern="1200" smtClean="0">
                <a:latin typeface="Arial" pitchFamily="34" charset="0"/>
                <a:ea typeface="+mn-ea"/>
                <a:cs typeface="Arial" pitchFamily="34" charset="0"/>
              </a:defRPr>
            </a:lvl2pPr>
            <a:lvl3pPr>
              <a:defRPr lang="en-US" kern="1200" smtClean="0">
                <a:latin typeface="Arial" pitchFamily="34" charset="0"/>
                <a:ea typeface="+mn-ea"/>
                <a:cs typeface="Arial" pitchFamily="34" charset="0"/>
              </a:defRPr>
            </a:lvl3pPr>
            <a:lvl4pPr>
              <a:defRPr lang="en-US" kern="1200" smtClean="0">
                <a:latin typeface="Arial" pitchFamily="34" charset="0"/>
                <a:ea typeface="+mn-ea"/>
                <a:cs typeface="Arial" pitchFamily="34" charset="0"/>
              </a:defRPr>
            </a:lvl4pPr>
            <a:lvl5pPr>
              <a:defRPr lang="en-GB" kern="1200">
                <a:latin typeface="Arial" pitchFamily="34" charset="0"/>
                <a:ea typeface="+mn-ea"/>
                <a:cs typeface="Arial" pitchFamily="34" charset="0"/>
              </a:defRPr>
            </a:lvl5pPr>
          </a:lstStyle>
          <a:p>
            <a:pPr lvl="0"/>
            <a:r>
              <a:rPr lang="en-US"/>
              <a:t>Click to edit Master text styles</a:t>
            </a:r>
          </a:p>
        </p:txBody>
      </p:sp>
      <p:sp>
        <p:nvSpPr>
          <p:cNvPr id="12" name="Slide Number Placeholder 5"/>
          <p:cNvSpPr>
            <a:spLocks noGrp="1"/>
          </p:cNvSpPr>
          <p:nvPr>
            <p:ph type="sldNum" sz="quarter" idx="18"/>
          </p:nvPr>
        </p:nvSpPr>
        <p:spPr>
          <a:xfrm>
            <a:off x="4357688" y="4856163"/>
            <a:ext cx="414337" cy="13811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lgn="ctr" eaLnBrk="0" hangingPunct="0">
              <a:lnSpc>
                <a:spcPts val="1200"/>
              </a:lnSpc>
              <a:defRPr lang="en-GB" sz="900">
                <a:solidFill>
                  <a:schemeClr val="bg1"/>
                </a:solidFill>
              </a:defRPr>
            </a:lvl1pPr>
          </a:lstStyle>
          <a:p>
            <a:pPr>
              <a:defRPr/>
            </a:pPr>
            <a:fld id="{489EFBB2-B333-479B-84A0-F406AA2E2D12}" type="slidenum">
              <a:rPr/>
              <a:pPr>
                <a:defRPr/>
              </a:pPr>
              <a:t>‹#›</a:t>
            </a:fld>
            <a:endParaRPr dirty="0"/>
          </a:p>
        </p:txBody>
      </p:sp>
    </p:spTree>
    <p:extLst>
      <p:ext uri="{BB962C8B-B14F-4D97-AF65-F5344CB8AC3E}">
        <p14:creationId xmlns:p14="http://schemas.microsoft.com/office/powerpoint/2010/main" val="1218592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 Full">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Rectangle 3"/>
          <p:cNvSpPr txBox="1">
            <a:spLocks noChangeArrowheads="1"/>
          </p:cNvSpPr>
          <p:nvPr userDrawn="1"/>
        </p:nvSpPr>
        <p:spPr bwMode="auto">
          <a:xfrm>
            <a:off x="468313" y="1222375"/>
            <a:ext cx="8194675" cy="327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98450" indent="-298450" eaLnBrk="0" hangingPunct="0">
              <a:defRPr>
                <a:solidFill>
                  <a:schemeClr val="tx1"/>
                </a:solidFill>
                <a:latin typeface="Arial" pitchFamily="34" charset="0"/>
                <a:cs typeface="Arial" pitchFamily="34" charset="0"/>
              </a:defRPr>
            </a:lvl1pPr>
            <a:lvl2pPr marL="596900" indent="-296863" eaLnBrk="0" hangingPunct="0">
              <a:defRPr>
                <a:solidFill>
                  <a:schemeClr val="tx1"/>
                </a:solidFill>
                <a:latin typeface="Arial" pitchFamily="34" charset="0"/>
                <a:cs typeface="Arial" pitchFamily="34" charset="0"/>
              </a:defRPr>
            </a:lvl2pPr>
            <a:lvl3pPr indent="-315913" eaLnBrk="0" hangingPunct="0">
              <a:defRPr>
                <a:solidFill>
                  <a:schemeClr val="tx1"/>
                </a:solidFill>
                <a:latin typeface="Arial" pitchFamily="34" charset="0"/>
                <a:cs typeface="Arial" pitchFamily="34" charset="0"/>
              </a:defRPr>
            </a:lvl3pPr>
            <a:lvl4pPr marL="1219200" indent="-303213" eaLnBrk="0" hangingPunct="0">
              <a:defRPr>
                <a:solidFill>
                  <a:schemeClr val="tx1"/>
                </a:solidFill>
                <a:latin typeface="Arial" pitchFamily="34" charset="0"/>
                <a:cs typeface="Arial" pitchFamily="34" charset="0"/>
              </a:defRPr>
            </a:lvl4pPr>
            <a:lvl5pPr marL="1524000" indent="-303213" eaLnBrk="0" hangingPunct="0">
              <a:defRPr>
                <a:solidFill>
                  <a:schemeClr val="tx1"/>
                </a:solidFill>
                <a:latin typeface="Arial" pitchFamily="34" charset="0"/>
                <a:cs typeface="Arial" pitchFamily="34" charset="0"/>
              </a:defRPr>
            </a:lvl5pPr>
            <a:lvl6pPr marL="1981200" indent="-303213" eaLnBrk="0" fontAlgn="base" hangingPunct="0">
              <a:spcBef>
                <a:spcPct val="0"/>
              </a:spcBef>
              <a:spcAft>
                <a:spcPct val="0"/>
              </a:spcAft>
              <a:defRPr>
                <a:solidFill>
                  <a:schemeClr val="tx1"/>
                </a:solidFill>
                <a:latin typeface="Arial" pitchFamily="34" charset="0"/>
                <a:cs typeface="Arial" pitchFamily="34" charset="0"/>
              </a:defRPr>
            </a:lvl6pPr>
            <a:lvl7pPr marL="2438400" indent="-303213" eaLnBrk="0" fontAlgn="base" hangingPunct="0">
              <a:spcBef>
                <a:spcPct val="0"/>
              </a:spcBef>
              <a:spcAft>
                <a:spcPct val="0"/>
              </a:spcAft>
              <a:defRPr>
                <a:solidFill>
                  <a:schemeClr val="tx1"/>
                </a:solidFill>
                <a:latin typeface="Arial" pitchFamily="34" charset="0"/>
                <a:cs typeface="Arial" pitchFamily="34" charset="0"/>
              </a:defRPr>
            </a:lvl7pPr>
            <a:lvl8pPr marL="2895600" indent="-303213" eaLnBrk="0" fontAlgn="base" hangingPunct="0">
              <a:spcBef>
                <a:spcPct val="0"/>
              </a:spcBef>
              <a:spcAft>
                <a:spcPct val="0"/>
              </a:spcAft>
              <a:defRPr>
                <a:solidFill>
                  <a:schemeClr val="tx1"/>
                </a:solidFill>
                <a:latin typeface="Arial" pitchFamily="34" charset="0"/>
                <a:cs typeface="Arial" pitchFamily="34" charset="0"/>
              </a:defRPr>
            </a:lvl8pPr>
            <a:lvl9pPr marL="3352800" indent="-303213"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30000"/>
              </a:spcBef>
              <a:buClr>
                <a:schemeClr val="tx2"/>
              </a:buClr>
              <a:buFontTx/>
              <a:buChar char="•"/>
              <a:defRPr/>
            </a:pPr>
            <a:endParaRPr lang="en-US" altLang="en-US" sz="2200">
              <a:solidFill>
                <a:schemeClr val="tx2"/>
              </a:solidFill>
            </a:endParaRPr>
          </a:p>
        </p:txBody>
      </p:sp>
      <p:sp>
        <p:nvSpPr>
          <p:cNvPr id="4" name="Rectangle 9"/>
          <p:cNvSpPr>
            <a:spLocks noChangeArrowheads="1"/>
          </p:cNvSpPr>
          <p:nvPr userDrawn="1"/>
        </p:nvSpPr>
        <p:spPr bwMode="auto">
          <a:xfrm>
            <a:off x="6372225" y="4860925"/>
            <a:ext cx="2290763" cy="141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a:lnSpc>
                <a:spcPts val="1200"/>
              </a:lnSpc>
              <a:defRPr/>
            </a:pPr>
            <a:r>
              <a:rPr lang="en-GB" altLang="en-US" sz="900" dirty="0">
                <a:solidFill>
                  <a:schemeClr val="bg1"/>
                </a:solidFill>
              </a:rPr>
              <a:t>www.ecb.europa.eu © </a:t>
            </a:r>
          </a:p>
        </p:txBody>
      </p:sp>
      <p:sp>
        <p:nvSpPr>
          <p:cNvPr id="8" name="Rectangle 4"/>
          <p:cNvSpPr>
            <a:spLocks noGrp="1" noChangeArrowheads="1"/>
          </p:cNvSpPr>
          <p:nvPr>
            <p:ph type="title"/>
          </p:nvPr>
        </p:nvSpPr>
        <p:spPr>
          <a:xfrm>
            <a:off x="463551" y="411956"/>
            <a:ext cx="8404225" cy="633413"/>
          </a:xfr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t"/>
          <a:lstStyle>
            <a:lvl1pPr>
              <a:defRPr lang="en-GB" altLang="en-US" sz="2800" kern="1200" dirty="0" smtClean="0"/>
            </a:lvl1pPr>
          </a:lstStyle>
          <a:p>
            <a:pPr lvl="0"/>
            <a:r>
              <a:rPr lang="en-US" altLang="en-US"/>
              <a:t>Click to edit Master title style</a:t>
            </a:r>
            <a:endParaRPr lang="en-GB" altLang="en-US" dirty="0"/>
          </a:p>
        </p:txBody>
      </p:sp>
      <p:sp>
        <p:nvSpPr>
          <p:cNvPr id="5" name="Slide Number Placeholder 5"/>
          <p:cNvSpPr>
            <a:spLocks noGrp="1"/>
          </p:cNvSpPr>
          <p:nvPr>
            <p:ph type="sldNum" sz="quarter" idx="10"/>
          </p:nvPr>
        </p:nvSpPr>
        <p:spPr>
          <a:xfrm>
            <a:off x="4357688" y="4856163"/>
            <a:ext cx="414337" cy="13811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lgn="ctr" eaLnBrk="0" hangingPunct="0">
              <a:lnSpc>
                <a:spcPts val="1200"/>
              </a:lnSpc>
              <a:defRPr lang="en-GB" sz="900">
                <a:solidFill>
                  <a:schemeClr val="bg1"/>
                </a:solidFill>
              </a:defRPr>
            </a:lvl1pPr>
          </a:lstStyle>
          <a:p>
            <a:pPr>
              <a:defRPr/>
            </a:pPr>
            <a:fld id="{72AD2B4C-24FD-485E-ADAD-B1E3DC73B16B}" type="slidenum">
              <a:rPr/>
              <a:pPr>
                <a:defRPr/>
              </a:pPr>
              <a:t>‹#›</a:t>
            </a:fld>
            <a:endParaRPr dirty="0"/>
          </a:p>
        </p:txBody>
      </p:sp>
    </p:spTree>
    <p:extLst>
      <p:ext uri="{BB962C8B-B14F-4D97-AF65-F5344CB8AC3E}">
        <p14:creationId xmlns:p14="http://schemas.microsoft.com/office/powerpoint/2010/main" val="21795737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 Placeholder (With Imag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Parallelogram 3"/>
          <p:cNvSpPr/>
          <p:nvPr userDrawn="1"/>
        </p:nvSpPr>
        <p:spPr bwMode="auto">
          <a:xfrm>
            <a:off x="0" y="1109663"/>
            <a:ext cx="8197850" cy="3613150"/>
          </a:xfrm>
          <a:custGeom>
            <a:avLst/>
            <a:gdLst/>
            <a:ahLst/>
            <a:cxnLst/>
            <a:rect l="l" t="t" r="r" b="b"/>
            <a:pathLst>
              <a:path w="8197850" h="3613150">
                <a:moveTo>
                  <a:pt x="433207" y="0"/>
                </a:moveTo>
                <a:lnTo>
                  <a:pt x="8197850" y="0"/>
                </a:lnTo>
                <a:lnTo>
                  <a:pt x="7269343" y="3613150"/>
                </a:lnTo>
                <a:lnTo>
                  <a:pt x="0" y="3613150"/>
                </a:lnTo>
                <a:lnTo>
                  <a:pt x="0" y="1685762"/>
                </a:lnTo>
                <a:close/>
              </a:path>
            </a:pathLst>
          </a:custGeom>
          <a:solidFill>
            <a:schemeClr val="bg1"/>
          </a:solidFill>
          <a:ln w="9525" cap="flat" cmpd="sng" algn="ctr">
            <a:noFill/>
            <a:prstDash val="solid"/>
            <a:round/>
            <a:headEnd type="none" w="med" len="med"/>
            <a:tailEnd type="none" w="med" len="med"/>
          </a:ln>
          <a:effectLst>
            <a:outerShdw blurRad="508000" sx="102000" sy="102000" algn="ctr" rotWithShape="0">
              <a:prstClr val="black">
                <a:alpha val="10000"/>
              </a:prstClr>
            </a:outerShdw>
          </a:effectLst>
        </p:spPr>
        <p:txBody>
          <a:bodyPr anchor="ctr">
            <a:spAutoFit/>
          </a:bodyPr>
          <a:lstStyle/>
          <a:p>
            <a:pPr eaLnBrk="0" hangingPunct="0">
              <a:spcBef>
                <a:spcPct val="50000"/>
              </a:spcBef>
              <a:defRPr/>
            </a:pPr>
            <a:endParaRPr lang="en-GB">
              <a:latin typeface="Arial" charset="0"/>
              <a:ea typeface="ヒラギノ角ゴ Pro W3" pitchFamily="-64" charset="-128"/>
            </a:endParaRPr>
          </a:p>
        </p:txBody>
      </p:sp>
      <p:sp>
        <p:nvSpPr>
          <p:cNvPr id="5" name="Rectangle 3"/>
          <p:cNvSpPr txBox="1">
            <a:spLocks noChangeArrowheads="1"/>
          </p:cNvSpPr>
          <p:nvPr userDrawn="1"/>
        </p:nvSpPr>
        <p:spPr bwMode="auto">
          <a:xfrm>
            <a:off x="971550" y="1492250"/>
            <a:ext cx="2160588" cy="280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itchFamily="34" charset="0"/>
                <a:cs typeface="Arial" pitchFamily="34" charset="0"/>
              </a:defRPr>
            </a:lvl1pPr>
            <a:lvl2pPr marL="596900" indent="-296863" eaLnBrk="0" hangingPunct="0">
              <a:defRPr>
                <a:solidFill>
                  <a:schemeClr val="tx1"/>
                </a:solidFill>
                <a:latin typeface="Arial" pitchFamily="34" charset="0"/>
                <a:cs typeface="Arial" pitchFamily="34" charset="0"/>
              </a:defRPr>
            </a:lvl2pPr>
            <a:lvl3pPr indent="-315913" eaLnBrk="0" hangingPunct="0">
              <a:defRPr>
                <a:solidFill>
                  <a:schemeClr val="tx1"/>
                </a:solidFill>
                <a:latin typeface="Arial" pitchFamily="34" charset="0"/>
                <a:cs typeface="Arial" pitchFamily="34" charset="0"/>
              </a:defRPr>
            </a:lvl3pPr>
            <a:lvl4pPr marL="1219200" indent="-303213" eaLnBrk="0" hangingPunct="0">
              <a:defRPr>
                <a:solidFill>
                  <a:schemeClr val="tx1"/>
                </a:solidFill>
                <a:latin typeface="Arial" pitchFamily="34" charset="0"/>
                <a:cs typeface="Arial" pitchFamily="34" charset="0"/>
              </a:defRPr>
            </a:lvl4pPr>
            <a:lvl5pPr marL="1524000" indent="-303213" eaLnBrk="0" hangingPunct="0">
              <a:defRPr>
                <a:solidFill>
                  <a:schemeClr val="tx1"/>
                </a:solidFill>
                <a:latin typeface="Arial" pitchFamily="34" charset="0"/>
                <a:cs typeface="Arial" pitchFamily="34" charset="0"/>
              </a:defRPr>
            </a:lvl5pPr>
            <a:lvl6pPr marL="1981200" indent="-303213" eaLnBrk="0" fontAlgn="base" hangingPunct="0">
              <a:spcBef>
                <a:spcPct val="0"/>
              </a:spcBef>
              <a:spcAft>
                <a:spcPct val="0"/>
              </a:spcAft>
              <a:defRPr>
                <a:solidFill>
                  <a:schemeClr val="tx1"/>
                </a:solidFill>
                <a:latin typeface="Arial" pitchFamily="34" charset="0"/>
                <a:cs typeface="Arial" pitchFamily="34" charset="0"/>
              </a:defRPr>
            </a:lvl6pPr>
            <a:lvl7pPr marL="2438400" indent="-303213" eaLnBrk="0" fontAlgn="base" hangingPunct="0">
              <a:spcBef>
                <a:spcPct val="0"/>
              </a:spcBef>
              <a:spcAft>
                <a:spcPct val="0"/>
              </a:spcAft>
              <a:defRPr>
                <a:solidFill>
                  <a:schemeClr val="tx1"/>
                </a:solidFill>
                <a:latin typeface="Arial" pitchFamily="34" charset="0"/>
                <a:cs typeface="Arial" pitchFamily="34" charset="0"/>
              </a:defRPr>
            </a:lvl7pPr>
            <a:lvl8pPr marL="2895600" indent="-303213" eaLnBrk="0" fontAlgn="base" hangingPunct="0">
              <a:spcBef>
                <a:spcPct val="0"/>
              </a:spcBef>
              <a:spcAft>
                <a:spcPct val="0"/>
              </a:spcAft>
              <a:defRPr>
                <a:solidFill>
                  <a:schemeClr val="tx1"/>
                </a:solidFill>
                <a:latin typeface="Arial" pitchFamily="34" charset="0"/>
                <a:cs typeface="Arial" pitchFamily="34" charset="0"/>
              </a:defRPr>
            </a:lvl8pPr>
            <a:lvl9pPr marL="3352800" indent="-303213"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30000"/>
              </a:spcBef>
              <a:buClr>
                <a:schemeClr val="tx2"/>
              </a:buClr>
              <a:defRPr/>
            </a:pPr>
            <a:endParaRPr lang="en-GB" altLang="en-US" sz="2000"/>
          </a:p>
        </p:txBody>
      </p:sp>
      <p:sp>
        <p:nvSpPr>
          <p:cNvPr id="6" name="Rectangle 5"/>
          <p:cNvSpPr>
            <a:spLocks noChangeArrowheads="1"/>
          </p:cNvSpPr>
          <p:nvPr userDrawn="1"/>
        </p:nvSpPr>
        <p:spPr bwMode="auto">
          <a:xfrm>
            <a:off x="6372225" y="4860925"/>
            <a:ext cx="2290763" cy="141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a:lnSpc>
                <a:spcPts val="1200"/>
              </a:lnSpc>
              <a:defRPr/>
            </a:pPr>
            <a:r>
              <a:rPr lang="en-GB" altLang="en-US" sz="900" dirty="0">
                <a:solidFill>
                  <a:schemeClr val="bg1"/>
                </a:solidFill>
              </a:rPr>
              <a:t>www.ecb.europa.eu © </a:t>
            </a:r>
          </a:p>
        </p:txBody>
      </p:sp>
      <p:sp>
        <p:nvSpPr>
          <p:cNvPr id="12" name="Rectangle 4"/>
          <p:cNvSpPr>
            <a:spLocks noGrp="1" noChangeArrowheads="1"/>
          </p:cNvSpPr>
          <p:nvPr>
            <p:ph type="title"/>
          </p:nvPr>
        </p:nvSpPr>
        <p:spPr>
          <a:xfrm>
            <a:off x="463551" y="411956"/>
            <a:ext cx="8404225" cy="633413"/>
          </a:xfr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t"/>
          <a:lstStyle>
            <a:lvl1pPr>
              <a:defRPr lang="en-GB" altLang="en-US" sz="2800" kern="1200" dirty="0" smtClean="0"/>
            </a:lvl1pPr>
          </a:lstStyle>
          <a:p>
            <a:pPr lvl="0"/>
            <a:r>
              <a:rPr lang="en-US" altLang="en-US"/>
              <a:t>Click to edit Master title style</a:t>
            </a:r>
            <a:endParaRPr lang="en-GB" altLang="en-US" dirty="0"/>
          </a:p>
        </p:txBody>
      </p:sp>
      <p:sp>
        <p:nvSpPr>
          <p:cNvPr id="14" name="Picture Placeholder 8"/>
          <p:cNvSpPr>
            <a:spLocks noGrp="1"/>
          </p:cNvSpPr>
          <p:nvPr>
            <p:ph type="pic" sz="quarter" idx="22"/>
          </p:nvPr>
        </p:nvSpPr>
        <p:spPr>
          <a:xfrm>
            <a:off x="3286126" y="1"/>
            <a:ext cx="5857875" cy="4721225"/>
          </a:xfrm>
          <a:custGeom>
            <a:avLst/>
            <a:gdLst/>
            <a:ahLst/>
            <a:cxnLst/>
            <a:rect l="l" t="t" r="r" b="b"/>
            <a:pathLst>
              <a:path w="5857875" h="4721225">
                <a:moveTo>
                  <a:pt x="1190458" y="0"/>
                </a:moveTo>
                <a:lnTo>
                  <a:pt x="5857875" y="0"/>
                </a:lnTo>
                <a:lnTo>
                  <a:pt x="5857875" y="4721225"/>
                </a:lnTo>
                <a:lnTo>
                  <a:pt x="0" y="4721225"/>
                </a:lnTo>
                <a:close/>
              </a:path>
            </a:pathLst>
          </a:custGeom>
        </p:spPr>
        <p:txBody>
          <a:bodyPr/>
          <a:lstStyle/>
          <a:p>
            <a:pPr lvl="0"/>
            <a:r>
              <a:rPr lang="en-US" noProof="0"/>
              <a:t>Click icon to add picture</a:t>
            </a:r>
            <a:endParaRPr lang="en-GB" noProof="0" dirty="0"/>
          </a:p>
        </p:txBody>
      </p:sp>
      <p:sp>
        <p:nvSpPr>
          <p:cNvPr id="7" name="Slide Number Placeholder 5"/>
          <p:cNvSpPr>
            <a:spLocks noGrp="1"/>
          </p:cNvSpPr>
          <p:nvPr>
            <p:ph type="sldNum" sz="quarter" idx="23"/>
          </p:nvPr>
        </p:nvSpPr>
        <p:spPr>
          <a:xfrm>
            <a:off x="4357688" y="4856163"/>
            <a:ext cx="414337" cy="13811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lgn="ctr" eaLnBrk="0" hangingPunct="0">
              <a:lnSpc>
                <a:spcPts val="1200"/>
              </a:lnSpc>
              <a:defRPr lang="en-GB" sz="900">
                <a:solidFill>
                  <a:schemeClr val="bg1"/>
                </a:solidFill>
              </a:defRPr>
            </a:lvl1pPr>
          </a:lstStyle>
          <a:p>
            <a:pPr>
              <a:defRPr/>
            </a:pPr>
            <a:fld id="{BAAA2B01-B512-4650-90E0-024ED79178B0}" type="slidenum">
              <a:rPr/>
              <a:pPr>
                <a:defRPr/>
              </a:pPr>
              <a:t>‹#›</a:t>
            </a:fld>
            <a:endParaRPr dirty="0"/>
          </a:p>
        </p:txBody>
      </p:sp>
    </p:spTree>
    <p:extLst>
      <p:ext uri="{BB962C8B-B14F-4D97-AF65-F5344CB8AC3E}">
        <p14:creationId xmlns:p14="http://schemas.microsoft.com/office/powerpoint/2010/main" val="2700400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Images">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 name="Rectangle 9"/>
          <p:cNvSpPr>
            <a:spLocks noChangeArrowheads="1"/>
          </p:cNvSpPr>
          <p:nvPr userDrawn="1"/>
        </p:nvSpPr>
        <p:spPr bwMode="auto">
          <a:xfrm>
            <a:off x="6372225" y="4860925"/>
            <a:ext cx="2290763" cy="141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a:lnSpc>
                <a:spcPts val="1200"/>
              </a:lnSpc>
              <a:defRPr/>
            </a:pPr>
            <a:r>
              <a:rPr lang="en-GB" altLang="en-US" sz="900" dirty="0">
                <a:solidFill>
                  <a:schemeClr val="bg1"/>
                </a:solidFill>
              </a:rPr>
              <a:t>www.ecb.europa.eu © </a:t>
            </a:r>
          </a:p>
        </p:txBody>
      </p:sp>
      <p:sp>
        <p:nvSpPr>
          <p:cNvPr id="9" name="Picture Placeholder 8"/>
          <p:cNvSpPr>
            <a:spLocks noGrp="1"/>
          </p:cNvSpPr>
          <p:nvPr>
            <p:ph type="pic" sz="quarter" idx="22"/>
          </p:nvPr>
        </p:nvSpPr>
        <p:spPr>
          <a:xfrm>
            <a:off x="3286126" y="1"/>
            <a:ext cx="5857875" cy="4721225"/>
          </a:xfrm>
          <a:custGeom>
            <a:avLst/>
            <a:gdLst/>
            <a:ahLst/>
            <a:cxnLst/>
            <a:rect l="l" t="t" r="r" b="b"/>
            <a:pathLst>
              <a:path w="5857875" h="4721225">
                <a:moveTo>
                  <a:pt x="1190458" y="0"/>
                </a:moveTo>
                <a:lnTo>
                  <a:pt x="5857875" y="0"/>
                </a:lnTo>
                <a:lnTo>
                  <a:pt x="5857875" y="4721225"/>
                </a:lnTo>
                <a:lnTo>
                  <a:pt x="0" y="4721225"/>
                </a:lnTo>
                <a:close/>
              </a:path>
            </a:pathLst>
          </a:custGeom>
        </p:spPr>
        <p:txBody>
          <a:bodyPr/>
          <a:lstStyle/>
          <a:p>
            <a:pPr lvl="0"/>
            <a:r>
              <a:rPr lang="en-US" noProof="0"/>
              <a:t>Click icon to add picture</a:t>
            </a:r>
            <a:endParaRPr lang="en-GB" noProof="0" dirty="0"/>
          </a:p>
        </p:txBody>
      </p:sp>
      <p:sp>
        <p:nvSpPr>
          <p:cNvPr id="3" name="Picture Placeholder 2"/>
          <p:cNvSpPr>
            <a:spLocks noGrp="1"/>
          </p:cNvSpPr>
          <p:nvPr>
            <p:ph type="pic" sz="quarter" idx="21"/>
          </p:nvPr>
        </p:nvSpPr>
        <p:spPr>
          <a:xfrm>
            <a:off x="0" y="1074738"/>
            <a:ext cx="4222750" cy="3646487"/>
          </a:xfrm>
          <a:custGeom>
            <a:avLst/>
            <a:gdLst/>
            <a:ahLst/>
            <a:cxnLst/>
            <a:rect l="l" t="t" r="r" b="b"/>
            <a:pathLst>
              <a:path w="4222750" h="3646487">
                <a:moveTo>
                  <a:pt x="0" y="0"/>
                </a:moveTo>
                <a:lnTo>
                  <a:pt x="4222750" y="0"/>
                </a:lnTo>
                <a:lnTo>
                  <a:pt x="3293625" y="3646487"/>
                </a:lnTo>
                <a:lnTo>
                  <a:pt x="0" y="3646487"/>
                </a:lnTo>
                <a:close/>
              </a:path>
            </a:pathLst>
          </a:custGeom>
        </p:spPr>
        <p:txBody>
          <a:bodyPr/>
          <a:lstStyle/>
          <a:p>
            <a:pPr lvl="0"/>
            <a:r>
              <a:rPr lang="en-US" noProof="0"/>
              <a:t>Click icon to add picture</a:t>
            </a:r>
            <a:endParaRPr lang="en-GB" noProof="0" dirty="0"/>
          </a:p>
        </p:txBody>
      </p:sp>
      <p:sp>
        <p:nvSpPr>
          <p:cNvPr id="14" name="Rectangle 4"/>
          <p:cNvSpPr>
            <a:spLocks noGrp="1" noChangeArrowheads="1"/>
          </p:cNvSpPr>
          <p:nvPr>
            <p:ph type="title"/>
          </p:nvPr>
        </p:nvSpPr>
        <p:spPr>
          <a:xfrm>
            <a:off x="463551" y="411956"/>
            <a:ext cx="8404225" cy="633413"/>
          </a:xfr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t"/>
          <a:lstStyle>
            <a:lvl1pPr>
              <a:defRPr lang="en-GB" altLang="en-US" sz="2800" kern="1200" dirty="0" smtClean="0"/>
            </a:lvl1pPr>
          </a:lstStyle>
          <a:p>
            <a:pPr lvl="0"/>
            <a:r>
              <a:rPr lang="en-US" altLang="en-US"/>
              <a:t>Click to edit Master title style</a:t>
            </a:r>
            <a:endParaRPr lang="en-GB" altLang="en-US" dirty="0"/>
          </a:p>
        </p:txBody>
      </p:sp>
      <p:sp>
        <p:nvSpPr>
          <p:cNvPr id="6" name="Slide Number Placeholder 5"/>
          <p:cNvSpPr>
            <a:spLocks noGrp="1"/>
          </p:cNvSpPr>
          <p:nvPr>
            <p:ph type="sldNum" sz="quarter" idx="23"/>
          </p:nvPr>
        </p:nvSpPr>
        <p:spPr>
          <a:xfrm>
            <a:off x="4357688" y="4856163"/>
            <a:ext cx="414337" cy="13811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lgn="ctr" eaLnBrk="0" hangingPunct="0">
              <a:lnSpc>
                <a:spcPts val="1200"/>
              </a:lnSpc>
              <a:defRPr lang="en-GB" sz="900">
                <a:solidFill>
                  <a:schemeClr val="bg1"/>
                </a:solidFill>
              </a:defRPr>
            </a:lvl1pPr>
          </a:lstStyle>
          <a:p>
            <a:pPr>
              <a:defRPr/>
            </a:pPr>
            <a:fld id="{BD9341D4-07C6-4282-AE38-5248E8AD561A}" type="slidenum">
              <a:rPr/>
              <a:pPr>
                <a:defRPr/>
              </a:pPr>
              <a:t>‹#›</a:t>
            </a:fld>
            <a:endParaRPr dirty="0"/>
          </a:p>
        </p:txBody>
      </p:sp>
    </p:spTree>
    <p:extLst>
      <p:ext uri="{BB962C8B-B14F-4D97-AF65-F5344CB8AC3E}">
        <p14:creationId xmlns:p14="http://schemas.microsoft.com/office/powerpoint/2010/main" val="1208226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Images &amp; Tex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6" name="Rectangle 1"/>
          <p:cNvSpPr>
            <a:spLocks noChangeArrowheads="1"/>
          </p:cNvSpPr>
          <p:nvPr userDrawn="1"/>
        </p:nvSpPr>
        <p:spPr bwMode="auto">
          <a:xfrm>
            <a:off x="4022725" y="3706813"/>
            <a:ext cx="4572000"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30000"/>
              </a:spcBef>
              <a:buClr>
                <a:schemeClr val="tx2"/>
              </a:buClr>
              <a:buChar char="•"/>
              <a:defRPr sz="2200">
                <a:solidFill>
                  <a:schemeClr val="tx1"/>
                </a:solidFill>
                <a:latin typeface="Arial" pitchFamily="34" charset="0"/>
                <a:cs typeface="Arial" pitchFamily="34" charset="0"/>
              </a:defRPr>
            </a:lvl1pPr>
            <a:lvl2pPr marL="742950" indent="-285750" eaLnBrk="0" hangingPunct="0">
              <a:buChar char="–"/>
              <a:defRPr>
                <a:solidFill>
                  <a:schemeClr val="tx1"/>
                </a:solidFill>
                <a:latin typeface="Arial" pitchFamily="34" charset="0"/>
                <a:cs typeface="Arial" pitchFamily="34" charset="0"/>
              </a:defRPr>
            </a:lvl2pPr>
            <a:lvl3pPr marL="1143000" indent="-228600" eaLnBrk="0" hangingPunct="0">
              <a:buChar char="•"/>
              <a:defRPr sz="1600">
                <a:solidFill>
                  <a:schemeClr val="tx1"/>
                </a:solidFill>
                <a:latin typeface="Arial" pitchFamily="34" charset="0"/>
                <a:cs typeface="Arial" pitchFamily="34" charset="0"/>
              </a:defRPr>
            </a:lvl3pPr>
            <a:lvl4pPr marL="1600200" indent="-228600" eaLnBrk="0" hangingPunct="0">
              <a:buChar char="–"/>
              <a:defRPr sz="1600">
                <a:solidFill>
                  <a:schemeClr val="tx1"/>
                </a:solidFill>
                <a:latin typeface="Arial" pitchFamily="34" charset="0"/>
                <a:cs typeface="Arial" pitchFamily="34" charset="0"/>
              </a:defRPr>
            </a:lvl4pPr>
            <a:lvl5pPr marL="2057400" indent="-228600" eaLnBrk="0" hangingPunct="0">
              <a:buFont typeface="Times" pitchFamily="18" charset="0"/>
              <a:buChar char="•"/>
              <a:defRPr sz="1600" i="1">
                <a:solidFill>
                  <a:schemeClr val="tx1"/>
                </a:solidFill>
                <a:latin typeface="Arial" pitchFamily="34" charset="0"/>
                <a:cs typeface="Arial" pitchFamily="34" charset="0"/>
              </a:defRPr>
            </a:lvl5pPr>
            <a:lvl6pPr marL="25146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6pPr>
            <a:lvl7pPr marL="29718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7pPr>
            <a:lvl8pPr marL="34290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8pPr>
            <a:lvl9pPr marL="3886200" indent="-228600" eaLnBrk="0" fontAlgn="base" hangingPunct="0">
              <a:spcBef>
                <a:spcPct val="0"/>
              </a:spcBef>
              <a:spcAft>
                <a:spcPct val="0"/>
              </a:spcAft>
              <a:buFont typeface="Times" pitchFamily="18" charset="0"/>
              <a:buChar char="•"/>
              <a:defRPr sz="1600" i="1">
                <a:solidFill>
                  <a:schemeClr val="tx1"/>
                </a:solidFill>
                <a:latin typeface="Arial" pitchFamily="34" charset="0"/>
                <a:cs typeface="Arial" pitchFamily="34" charset="0"/>
              </a:defRPr>
            </a:lvl9pPr>
          </a:lstStyle>
          <a:p>
            <a:pPr algn="ctr" eaLnBrk="1" hangingPunct="1">
              <a:spcBef>
                <a:spcPct val="0"/>
              </a:spcBef>
              <a:buClrTx/>
              <a:buFontTx/>
              <a:buNone/>
              <a:defRPr/>
            </a:pPr>
            <a:r>
              <a:rPr lang="en-GB" altLang="en-US" sz="1800" dirty="0"/>
              <a:t>Use this type of slide to combine text information with an additional picture.</a:t>
            </a:r>
          </a:p>
          <a:p>
            <a:pPr algn="ctr" eaLnBrk="1" hangingPunct="1">
              <a:spcBef>
                <a:spcPct val="0"/>
              </a:spcBef>
              <a:buClrTx/>
              <a:buFontTx/>
              <a:buNone/>
              <a:defRPr/>
            </a:pPr>
            <a:endParaRPr lang="en-GB" altLang="en-US" sz="1800" dirty="0"/>
          </a:p>
        </p:txBody>
      </p:sp>
      <p:sp>
        <p:nvSpPr>
          <p:cNvPr id="7" name="Rectangle 9"/>
          <p:cNvSpPr>
            <a:spLocks noChangeArrowheads="1"/>
          </p:cNvSpPr>
          <p:nvPr userDrawn="1"/>
        </p:nvSpPr>
        <p:spPr bwMode="auto">
          <a:xfrm>
            <a:off x="6372225" y="4860925"/>
            <a:ext cx="2290763" cy="141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a:lnSpc>
                <a:spcPts val="1200"/>
              </a:lnSpc>
              <a:defRPr/>
            </a:pPr>
            <a:r>
              <a:rPr lang="en-GB" altLang="en-US" sz="900" dirty="0">
                <a:solidFill>
                  <a:schemeClr val="bg1"/>
                </a:solidFill>
              </a:rPr>
              <a:t>www.ecb.europa.eu © </a:t>
            </a:r>
          </a:p>
        </p:txBody>
      </p:sp>
      <p:sp>
        <p:nvSpPr>
          <p:cNvPr id="34" name="Picture Placeholder 33"/>
          <p:cNvSpPr>
            <a:spLocks noGrp="1"/>
          </p:cNvSpPr>
          <p:nvPr>
            <p:ph type="pic" sz="quarter" idx="25"/>
          </p:nvPr>
        </p:nvSpPr>
        <p:spPr>
          <a:xfrm>
            <a:off x="0" y="1081088"/>
            <a:ext cx="4281488" cy="3651168"/>
          </a:xfrm>
          <a:custGeom>
            <a:avLst/>
            <a:gdLst/>
            <a:ahLst/>
            <a:cxnLst/>
            <a:rect l="l" t="t" r="r" b="b"/>
            <a:pathLst>
              <a:path w="4281488" h="3668712">
                <a:moveTo>
                  <a:pt x="0" y="0"/>
                </a:moveTo>
                <a:lnTo>
                  <a:pt x="4281488" y="0"/>
                </a:lnTo>
                <a:lnTo>
                  <a:pt x="3270391" y="3668712"/>
                </a:lnTo>
                <a:lnTo>
                  <a:pt x="0" y="3668712"/>
                </a:lnTo>
                <a:close/>
              </a:path>
            </a:pathLst>
          </a:custGeom>
        </p:spPr>
        <p:txBody>
          <a:bodyPr/>
          <a:lstStyle/>
          <a:p>
            <a:pPr lvl="0"/>
            <a:r>
              <a:rPr lang="en-US" noProof="0"/>
              <a:t>Click icon to add picture</a:t>
            </a:r>
            <a:endParaRPr lang="en-GB" noProof="0" dirty="0"/>
          </a:p>
        </p:txBody>
      </p:sp>
      <p:sp>
        <p:nvSpPr>
          <p:cNvPr id="36" name="Picture Placeholder 35"/>
          <p:cNvSpPr>
            <a:spLocks noGrp="1"/>
          </p:cNvSpPr>
          <p:nvPr>
            <p:ph type="pic" sz="quarter" idx="26"/>
          </p:nvPr>
        </p:nvSpPr>
        <p:spPr>
          <a:xfrm>
            <a:off x="3667125" y="1081088"/>
            <a:ext cx="3319463" cy="2225675"/>
          </a:xfrm>
          <a:custGeom>
            <a:avLst/>
            <a:gdLst/>
            <a:ahLst/>
            <a:cxnLst/>
            <a:rect l="l" t="t" r="r" b="b"/>
            <a:pathLst>
              <a:path w="3319463" h="2225675">
                <a:moveTo>
                  <a:pt x="611660" y="0"/>
                </a:moveTo>
                <a:lnTo>
                  <a:pt x="3319463" y="0"/>
                </a:lnTo>
                <a:lnTo>
                  <a:pt x="2707803" y="2225675"/>
                </a:lnTo>
                <a:lnTo>
                  <a:pt x="0" y="2225675"/>
                </a:lnTo>
                <a:close/>
              </a:path>
            </a:pathLst>
          </a:custGeom>
        </p:spPr>
        <p:txBody>
          <a:bodyPr/>
          <a:lstStyle/>
          <a:p>
            <a:pPr lvl="0"/>
            <a:r>
              <a:rPr lang="en-US" noProof="0"/>
              <a:t>Click icon to add picture</a:t>
            </a:r>
            <a:endParaRPr lang="en-GB" noProof="0"/>
          </a:p>
        </p:txBody>
      </p:sp>
      <p:sp>
        <p:nvSpPr>
          <p:cNvPr id="38" name="Picture Placeholder 37"/>
          <p:cNvSpPr>
            <a:spLocks noGrp="1"/>
          </p:cNvSpPr>
          <p:nvPr>
            <p:ph type="pic" sz="quarter" idx="27"/>
          </p:nvPr>
        </p:nvSpPr>
        <p:spPr>
          <a:xfrm>
            <a:off x="6372226" y="1081088"/>
            <a:ext cx="2771775" cy="2225675"/>
          </a:xfrm>
          <a:custGeom>
            <a:avLst/>
            <a:gdLst/>
            <a:ahLst/>
            <a:cxnLst/>
            <a:rect l="l" t="t" r="r" b="b"/>
            <a:pathLst>
              <a:path w="2771775" h="2225675">
                <a:moveTo>
                  <a:pt x="601377" y="0"/>
                </a:moveTo>
                <a:lnTo>
                  <a:pt x="2771775" y="0"/>
                </a:lnTo>
                <a:lnTo>
                  <a:pt x="2771775" y="2225675"/>
                </a:lnTo>
                <a:lnTo>
                  <a:pt x="0" y="2225675"/>
                </a:lnTo>
                <a:close/>
              </a:path>
            </a:pathLst>
          </a:custGeom>
        </p:spPr>
        <p:txBody>
          <a:bodyPr/>
          <a:lstStyle/>
          <a:p>
            <a:pPr lvl="0"/>
            <a:r>
              <a:rPr lang="en-US" noProof="0"/>
              <a:t>Click icon to add picture</a:t>
            </a:r>
            <a:endParaRPr lang="en-GB" noProof="0"/>
          </a:p>
        </p:txBody>
      </p:sp>
      <p:sp>
        <p:nvSpPr>
          <p:cNvPr id="12" name="Rectangle 4"/>
          <p:cNvSpPr>
            <a:spLocks noGrp="1" noChangeArrowheads="1"/>
          </p:cNvSpPr>
          <p:nvPr>
            <p:ph type="title"/>
          </p:nvPr>
        </p:nvSpPr>
        <p:spPr>
          <a:xfrm>
            <a:off x="463551" y="411956"/>
            <a:ext cx="8404225" cy="633413"/>
          </a:xfr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t"/>
          <a:lstStyle>
            <a:lvl1pPr>
              <a:defRPr lang="en-GB" altLang="en-US" sz="2800" kern="1200" dirty="0" smtClean="0"/>
            </a:lvl1pPr>
          </a:lstStyle>
          <a:p>
            <a:pPr lvl="0"/>
            <a:r>
              <a:rPr lang="en-US" altLang="en-US"/>
              <a:t>Click to edit Master title style</a:t>
            </a:r>
            <a:endParaRPr lang="en-GB" altLang="en-US" dirty="0"/>
          </a:p>
        </p:txBody>
      </p:sp>
      <p:sp>
        <p:nvSpPr>
          <p:cNvPr id="8" name="Slide Number Placeholder 5"/>
          <p:cNvSpPr>
            <a:spLocks noGrp="1"/>
          </p:cNvSpPr>
          <p:nvPr>
            <p:ph type="sldNum" sz="quarter" idx="28"/>
          </p:nvPr>
        </p:nvSpPr>
        <p:spPr>
          <a:xfrm>
            <a:off x="4357688" y="4856163"/>
            <a:ext cx="414337" cy="13811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lgn="ctr" eaLnBrk="0" hangingPunct="0">
              <a:lnSpc>
                <a:spcPts val="1200"/>
              </a:lnSpc>
              <a:defRPr lang="en-GB" sz="900">
                <a:solidFill>
                  <a:schemeClr val="bg1"/>
                </a:solidFill>
              </a:defRPr>
            </a:lvl1pPr>
          </a:lstStyle>
          <a:p>
            <a:pPr>
              <a:defRPr/>
            </a:pPr>
            <a:fld id="{7A03BAC3-5655-4B19-B6D0-8045C16EFFF7}" type="slidenum">
              <a:rPr/>
              <a:pPr>
                <a:defRPr/>
              </a:pPr>
              <a:t>‹#›</a:t>
            </a:fld>
            <a:endParaRPr dirty="0"/>
          </a:p>
        </p:txBody>
      </p:sp>
    </p:spTree>
    <p:extLst>
      <p:ext uri="{BB962C8B-B14F-4D97-AF65-F5344CB8AC3E}">
        <p14:creationId xmlns:p14="http://schemas.microsoft.com/office/powerpoint/2010/main" val="3822496513"/>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Images &amp; 2 Texts">
    <p:bg>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7" name="Group 13"/>
          <p:cNvGrpSpPr>
            <a:grpSpLocks/>
          </p:cNvGrpSpPr>
          <p:nvPr userDrawn="1"/>
        </p:nvGrpSpPr>
        <p:grpSpPr bwMode="auto">
          <a:xfrm>
            <a:off x="69850" y="1304925"/>
            <a:ext cx="4718050" cy="2789238"/>
            <a:chOff x="683589" y="1495330"/>
            <a:chExt cx="3582384" cy="2731752"/>
          </a:xfrm>
        </p:grpSpPr>
        <p:sp>
          <p:nvSpPr>
            <p:cNvPr id="8" name="Parallelogram 7"/>
            <p:cNvSpPr/>
            <p:nvPr/>
          </p:nvSpPr>
          <p:spPr bwMode="auto">
            <a:xfrm>
              <a:off x="733010" y="1495330"/>
              <a:ext cx="3532963" cy="2512527"/>
            </a:xfrm>
            <a:prstGeom prst="parallelogram">
              <a:avLst>
                <a:gd name="adj" fmla="val 24016"/>
              </a:avLst>
            </a:prstGeom>
            <a:solidFill>
              <a:schemeClr val="bg1"/>
            </a:solidFill>
            <a:ln w="9525" cap="flat" cmpd="sng" algn="ctr">
              <a:noFill/>
              <a:prstDash val="solid"/>
              <a:round/>
              <a:headEnd type="none" w="med" len="med"/>
              <a:tailEnd type="none" w="med" len="med"/>
            </a:ln>
            <a:effectLst>
              <a:outerShdw blurRad="508000" sx="102000" sy="102000" algn="ctr" rotWithShape="0">
                <a:prstClr val="black">
                  <a:alpha val="10000"/>
                </a:prstClr>
              </a:outerShdw>
            </a:effectLst>
          </p:spPr>
          <p:txBody>
            <a:bodyPr anchor="ctr">
              <a:spAutoFit/>
            </a:bodyPr>
            <a:lstStyle/>
            <a:p>
              <a:pPr eaLnBrk="0" hangingPunct="0">
                <a:spcBef>
                  <a:spcPct val="50000"/>
                </a:spcBef>
                <a:defRPr/>
              </a:pPr>
              <a:endParaRPr lang="en-GB">
                <a:latin typeface="Arial" charset="0"/>
                <a:ea typeface="ヒラギノ角ゴ Pro W3" pitchFamily="-64" charset="-128"/>
              </a:endParaRPr>
            </a:p>
          </p:txBody>
        </p:sp>
        <p:sp>
          <p:nvSpPr>
            <p:cNvPr id="9" name="Parallelogram 8"/>
            <p:cNvSpPr/>
            <p:nvPr/>
          </p:nvSpPr>
          <p:spPr bwMode="auto">
            <a:xfrm>
              <a:off x="683589" y="3788634"/>
              <a:ext cx="3164118" cy="438448"/>
            </a:xfrm>
            <a:prstGeom prst="parallelogram">
              <a:avLst>
                <a:gd name="adj" fmla="val 26684"/>
              </a:avLst>
            </a:prstGeom>
            <a:solidFill>
              <a:schemeClr val="bg2">
                <a:lumMod val="40000"/>
                <a:lumOff val="60000"/>
              </a:schemeClr>
            </a:solidFill>
            <a:ln w="9525" cap="flat" cmpd="sng" algn="ctr">
              <a:noFill/>
              <a:prstDash val="solid"/>
              <a:round/>
              <a:headEnd type="none" w="med" len="med"/>
              <a:tailEnd type="none" w="med" len="med"/>
            </a:ln>
            <a:effectLst>
              <a:outerShdw blurRad="508000" sx="102000" sy="102000" algn="ctr" rotWithShape="0">
                <a:prstClr val="black">
                  <a:alpha val="10000"/>
                </a:prstClr>
              </a:outerShdw>
            </a:effectLst>
          </p:spPr>
          <p:txBody>
            <a:bodyPr anchor="ctr">
              <a:spAutoFit/>
            </a:bodyPr>
            <a:lstStyle/>
            <a:p>
              <a:pPr eaLnBrk="0" hangingPunct="0">
                <a:spcBef>
                  <a:spcPct val="50000"/>
                </a:spcBef>
                <a:defRPr/>
              </a:pPr>
              <a:endParaRPr lang="en-GB">
                <a:latin typeface="Arial" charset="0"/>
                <a:ea typeface="ヒラギノ角ゴ Pro W3" pitchFamily="-64" charset="-128"/>
              </a:endParaRPr>
            </a:p>
          </p:txBody>
        </p:sp>
      </p:grpSp>
      <p:grpSp>
        <p:nvGrpSpPr>
          <p:cNvPr id="10" name="Group 13"/>
          <p:cNvGrpSpPr>
            <a:grpSpLocks/>
          </p:cNvGrpSpPr>
          <p:nvPr userDrawn="1"/>
        </p:nvGrpSpPr>
        <p:grpSpPr bwMode="auto">
          <a:xfrm>
            <a:off x="4321175" y="1304925"/>
            <a:ext cx="4718050" cy="2789238"/>
            <a:chOff x="683589" y="1495330"/>
            <a:chExt cx="3582384" cy="2731752"/>
          </a:xfrm>
        </p:grpSpPr>
        <p:sp>
          <p:nvSpPr>
            <p:cNvPr id="11" name="Parallelogram 10"/>
            <p:cNvSpPr/>
            <p:nvPr/>
          </p:nvSpPr>
          <p:spPr bwMode="auto">
            <a:xfrm>
              <a:off x="733010" y="1495330"/>
              <a:ext cx="3532963" cy="2512527"/>
            </a:xfrm>
            <a:prstGeom prst="parallelogram">
              <a:avLst>
                <a:gd name="adj" fmla="val 24016"/>
              </a:avLst>
            </a:prstGeom>
            <a:solidFill>
              <a:schemeClr val="bg1"/>
            </a:solidFill>
            <a:ln w="9525" cap="flat" cmpd="sng" algn="ctr">
              <a:noFill/>
              <a:prstDash val="solid"/>
              <a:round/>
              <a:headEnd type="none" w="med" len="med"/>
              <a:tailEnd type="none" w="med" len="med"/>
            </a:ln>
            <a:effectLst>
              <a:outerShdw blurRad="508000" sx="102000" sy="102000" algn="ctr" rotWithShape="0">
                <a:prstClr val="black">
                  <a:alpha val="10000"/>
                </a:prstClr>
              </a:outerShdw>
            </a:effectLst>
          </p:spPr>
          <p:txBody>
            <a:bodyPr anchor="ctr">
              <a:spAutoFit/>
            </a:bodyPr>
            <a:lstStyle/>
            <a:p>
              <a:pPr eaLnBrk="0" hangingPunct="0">
                <a:spcBef>
                  <a:spcPct val="50000"/>
                </a:spcBef>
                <a:defRPr/>
              </a:pPr>
              <a:endParaRPr lang="en-GB">
                <a:latin typeface="Arial" charset="0"/>
                <a:ea typeface="ヒラギノ角ゴ Pro W3" pitchFamily="-64" charset="-128"/>
              </a:endParaRPr>
            </a:p>
          </p:txBody>
        </p:sp>
        <p:sp>
          <p:nvSpPr>
            <p:cNvPr id="12" name="Parallelogram 11"/>
            <p:cNvSpPr/>
            <p:nvPr/>
          </p:nvSpPr>
          <p:spPr bwMode="auto">
            <a:xfrm>
              <a:off x="683589" y="3788634"/>
              <a:ext cx="3164118" cy="438448"/>
            </a:xfrm>
            <a:prstGeom prst="parallelogram">
              <a:avLst>
                <a:gd name="adj" fmla="val 26684"/>
              </a:avLst>
            </a:prstGeom>
            <a:solidFill>
              <a:schemeClr val="bg2">
                <a:lumMod val="40000"/>
                <a:lumOff val="60000"/>
              </a:schemeClr>
            </a:solidFill>
            <a:ln w="9525" cap="flat" cmpd="sng" algn="ctr">
              <a:noFill/>
              <a:prstDash val="solid"/>
              <a:round/>
              <a:headEnd type="none" w="med" len="med"/>
              <a:tailEnd type="none" w="med" len="med"/>
            </a:ln>
            <a:effectLst>
              <a:outerShdw blurRad="508000" sx="102000" sy="102000" algn="ctr" rotWithShape="0">
                <a:prstClr val="black">
                  <a:alpha val="10000"/>
                </a:prstClr>
              </a:outerShdw>
            </a:effectLst>
          </p:spPr>
          <p:txBody>
            <a:bodyPr anchor="ctr">
              <a:spAutoFit/>
            </a:bodyPr>
            <a:lstStyle/>
            <a:p>
              <a:pPr eaLnBrk="0" hangingPunct="0">
                <a:spcBef>
                  <a:spcPct val="50000"/>
                </a:spcBef>
                <a:defRPr/>
              </a:pPr>
              <a:endParaRPr lang="en-GB">
                <a:latin typeface="Arial" charset="0"/>
                <a:ea typeface="ヒラギノ角ゴ Pro W3" pitchFamily="-64" charset="-128"/>
              </a:endParaRPr>
            </a:p>
          </p:txBody>
        </p:sp>
      </p:grpSp>
      <p:sp>
        <p:nvSpPr>
          <p:cNvPr id="13" name="Rectangle 9"/>
          <p:cNvSpPr>
            <a:spLocks noChangeArrowheads="1"/>
          </p:cNvSpPr>
          <p:nvPr userDrawn="1"/>
        </p:nvSpPr>
        <p:spPr bwMode="auto">
          <a:xfrm>
            <a:off x="6372225" y="4860925"/>
            <a:ext cx="2290763" cy="141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a:lnSpc>
                <a:spcPts val="1200"/>
              </a:lnSpc>
              <a:defRPr/>
            </a:pPr>
            <a:r>
              <a:rPr lang="en-GB" altLang="en-US" sz="900" dirty="0">
                <a:solidFill>
                  <a:schemeClr val="bg1"/>
                </a:solidFill>
              </a:rPr>
              <a:t>www.ecb.europa.eu © </a:t>
            </a:r>
          </a:p>
        </p:txBody>
      </p:sp>
      <p:sp>
        <p:nvSpPr>
          <p:cNvPr id="18" name="Rectangle 4"/>
          <p:cNvSpPr>
            <a:spLocks noGrp="1" noChangeArrowheads="1"/>
          </p:cNvSpPr>
          <p:nvPr>
            <p:ph type="title"/>
          </p:nvPr>
        </p:nvSpPr>
        <p:spPr>
          <a:xfrm>
            <a:off x="463551" y="411956"/>
            <a:ext cx="8404225" cy="633413"/>
          </a:xfr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t"/>
          <a:lstStyle>
            <a:lvl1pPr>
              <a:defRPr lang="en-GB" altLang="en-US" sz="2800" kern="1200" dirty="0" smtClean="0"/>
            </a:lvl1pPr>
          </a:lstStyle>
          <a:p>
            <a:pPr lvl="0"/>
            <a:r>
              <a:rPr lang="en-US" altLang="en-US"/>
              <a:t>Click to edit Master title style</a:t>
            </a:r>
            <a:endParaRPr lang="en-GB" altLang="en-US" dirty="0"/>
          </a:p>
        </p:txBody>
      </p:sp>
      <p:sp>
        <p:nvSpPr>
          <p:cNvPr id="3" name="Picture Placeholder 2"/>
          <p:cNvSpPr>
            <a:spLocks noGrp="1"/>
          </p:cNvSpPr>
          <p:nvPr>
            <p:ph type="pic" sz="quarter" idx="21"/>
          </p:nvPr>
        </p:nvSpPr>
        <p:spPr>
          <a:xfrm>
            <a:off x="798513" y="1378791"/>
            <a:ext cx="3363912" cy="2198127"/>
          </a:xfrm>
        </p:spPr>
        <p:txBody>
          <a:bodyPr/>
          <a:lstStyle/>
          <a:p>
            <a:pPr lvl="0"/>
            <a:r>
              <a:rPr lang="en-US" noProof="0"/>
              <a:t>Click icon to add picture</a:t>
            </a:r>
            <a:endParaRPr lang="en-GB" noProof="0"/>
          </a:p>
        </p:txBody>
      </p:sp>
      <p:sp>
        <p:nvSpPr>
          <p:cNvPr id="19" name="Picture Placeholder 2"/>
          <p:cNvSpPr>
            <a:spLocks noGrp="1"/>
          </p:cNvSpPr>
          <p:nvPr>
            <p:ph type="pic" sz="quarter" idx="22"/>
          </p:nvPr>
        </p:nvSpPr>
        <p:spPr>
          <a:xfrm>
            <a:off x="5049838" y="1378791"/>
            <a:ext cx="3363912" cy="2198127"/>
          </a:xfrm>
        </p:spPr>
        <p:txBody>
          <a:bodyPr/>
          <a:lstStyle/>
          <a:p>
            <a:pPr lvl="0"/>
            <a:r>
              <a:rPr lang="en-US" noProof="0"/>
              <a:t>Click icon to add picture</a:t>
            </a:r>
            <a:endParaRPr lang="en-GB" noProof="0"/>
          </a:p>
        </p:txBody>
      </p:sp>
      <p:sp>
        <p:nvSpPr>
          <p:cNvPr id="20" name="Text Placeholder 19"/>
          <p:cNvSpPr>
            <a:spLocks noGrp="1"/>
          </p:cNvSpPr>
          <p:nvPr>
            <p:ph type="body" sz="quarter" idx="23"/>
          </p:nvPr>
        </p:nvSpPr>
        <p:spPr>
          <a:xfrm>
            <a:off x="233363" y="3727825"/>
            <a:ext cx="3817937" cy="276999"/>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lang="en-US" sz="1800" kern="1200" smtClean="0">
                <a:solidFill>
                  <a:srgbClr val="003299"/>
                </a:solidFill>
                <a:latin typeface="Arial" pitchFamily="34" charset="0"/>
                <a:cs typeface="Arial" pitchFamily="34" charset="0"/>
              </a:defRPr>
            </a:lvl1pPr>
            <a:lvl2pPr>
              <a:defRPr lang="en-US" kern="1200" smtClean="0">
                <a:latin typeface="Arial" pitchFamily="34" charset="0"/>
                <a:ea typeface="+mn-ea"/>
                <a:cs typeface="Arial" pitchFamily="34" charset="0"/>
              </a:defRPr>
            </a:lvl2pPr>
            <a:lvl3pPr>
              <a:defRPr lang="en-US" kern="1200" smtClean="0">
                <a:latin typeface="Arial" pitchFamily="34" charset="0"/>
                <a:ea typeface="+mn-ea"/>
                <a:cs typeface="Arial" pitchFamily="34" charset="0"/>
              </a:defRPr>
            </a:lvl3pPr>
            <a:lvl4pPr>
              <a:defRPr lang="en-US" kern="1200" smtClean="0">
                <a:latin typeface="Arial" pitchFamily="34" charset="0"/>
                <a:ea typeface="+mn-ea"/>
                <a:cs typeface="Arial" pitchFamily="34" charset="0"/>
              </a:defRPr>
            </a:lvl4pPr>
            <a:lvl5pPr>
              <a:defRPr lang="en-GB" kern="1200">
                <a:latin typeface="Arial" pitchFamily="34" charset="0"/>
                <a:ea typeface="+mn-ea"/>
                <a:cs typeface="Arial" pitchFamily="34" charset="0"/>
              </a:defRPr>
            </a:lvl5pPr>
          </a:lstStyle>
          <a:p>
            <a:pPr lvl="0"/>
            <a:r>
              <a:rPr lang="en-US"/>
              <a:t>Click to edit Master text styles</a:t>
            </a:r>
          </a:p>
        </p:txBody>
      </p:sp>
      <p:sp>
        <p:nvSpPr>
          <p:cNvPr id="21" name="Text Placeholder 19"/>
          <p:cNvSpPr>
            <a:spLocks noGrp="1"/>
          </p:cNvSpPr>
          <p:nvPr>
            <p:ph type="body" sz="quarter" idx="24"/>
          </p:nvPr>
        </p:nvSpPr>
        <p:spPr>
          <a:xfrm>
            <a:off x="4463256" y="3727825"/>
            <a:ext cx="3817937" cy="276999"/>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lang="en-US" sz="1800" kern="1200" smtClean="0">
                <a:solidFill>
                  <a:srgbClr val="003299"/>
                </a:solidFill>
                <a:latin typeface="Arial" pitchFamily="34" charset="0"/>
                <a:cs typeface="Arial" pitchFamily="34" charset="0"/>
              </a:defRPr>
            </a:lvl1pPr>
            <a:lvl2pPr>
              <a:defRPr lang="en-US" kern="1200" smtClean="0">
                <a:latin typeface="Arial" pitchFamily="34" charset="0"/>
                <a:ea typeface="+mn-ea"/>
                <a:cs typeface="Arial" pitchFamily="34" charset="0"/>
              </a:defRPr>
            </a:lvl2pPr>
            <a:lvl3pPr>
              <a:defRPr lang="en-US" kern="1200" smtClean="0">
                <a:latin typeface="Arial" pitchFamily="34" charset="0"/>
                <a:ea typeface="+mn-ea"/>
                <a:cs typeface="Arial" pitchFamily="34" charset="0"/>
              </a:defRPr>
            </a:lvl3pPr>
            <a:lvl4pPr>
              <a:defRPr lang="en-US" kern="1200" smtClean="0">
                <a:latin typeface="Arial" pitchFamily="34" charset="0"/>
                <a:ea typeface="+mn-ea"/>
                <a:cs typeface="Arial" pitchFamily="34" charset="0"/>
              </a:defRPr>
            </a:lvl4pPr>
            <a:lvl5pPr>
              <a:defRPr lang="en-GB" kern="1200">
                <a:latin typeface="Arial" pitchFamily="34" charset="0"/>
                <a:ea typeface="+mn-ea"/>
                <a:cs typeface="Arial" pitchFamily="34" charset="0"/>
              </a:defRPr>
            </a:lvl5pPr>
          </a:lstStyle>
          <a:p>
            <a:pPr lvl="0"/>
            <a:r>
              <a:rPr lang="en-US"/>
              <a:t>Click to edit Master text styles</a:t>
            </a:r>
          </a:p>
        </p:txBody>
      </p:sp>
      <p:sp>
        <p:nvSpPr>
          <p:cNvPr id="14" name="Slide Number Placeholder 5"/>
          <p:cNvSpPr>
            <a:spLocks noGrp="1"/>
          </p:cNvSpPr>
          <p:nvPr>
            <p:ph type="sldNum" sz="quarter" idx="25"/>
          </p:nvPr>
        </p:nvSpPr>
        <p:spPr>
          <a:xfrm>
            <a:off x="4357688" y="4856163"/>
            <a:ext cx="414337" cy="13811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lgn="ctr" eaLnBrk="0" hangingPunct="0">
              <a:lnSpc>
                <a:spcPts val="1200"/>
              </a:lnSpc>
              <a:defRPr lang="en-GB" sz="900">
                <a:solidFill>
                  <a:schemeClr val="bg1"/>
                </a:solidFill>
              </a:defRPr>
            </a:lvl1pPr>
          </a:lstStyle>
          <a:p>
            <a:pPr>
              <a:defRPr/>
            </a:pPr>
            <a:fld id="{99CD2E2F-F92A-4B02-9BE7-CCF47B525670}" type="slidenum">
              <a:rPr/>
              <a:pPr>
                <a:defRPr/>
              </a:pPr>
              <a:t>‹#›</a:t>
            </a:fld>
            <a:endParaRPr dirty="0"/>
          </a:p>
        </p:txBody>
      </p:sp>
    </p:spTree>
    <p:extLst>
      <p:ext uri="{BB962C8B-B14F-4D97-AF65-F5344CB8AC3E}">
        <p14:creationId xmlns:p14="http://schemas.microsoft.com/office/powerpoint/2010/main" val="29838425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 Images &amp; 6 Texts">
    <p:bg>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15" name="Group 13"/>
          <p:cNvGrpSpPr>
            <a:grpSpLocks/>
          </p:cNvGrpSpPr>
          <p:nvPr userDrawn="1"/>
        </p:nvGrpSpPr>
        <p:grpSpPr bwMode="auto">
          <a:xfrm>
            <a:off x="5697538" y="2898775"/>
            <a:ext cx="2992437" cy="1770063"/>
            <a:chOff x="683589" y="1495330"/>
            <a:chExt cx="3582384" cy="2731752"/>
          </a:xfrm>
        </p:grpSpPr>
        <p:sp>
          <p:nvSpPr>
            <p:cNvPr id="16" name="Parallelogram 15"/>
            <p:cNvSpPr/>
            <p:nvPr/>
          </p:nvSpPr>
          <p:spPr bwMode="auto">
            <a:xfrm>
              <a:off x="733001" y="1495330"/>
              <a:ext cx="3532972" cy="2513701"/>
            </a:xfrm>
            <a:prstGeom prst="parallelogram">
              <a:avLst>
                <a:gd name="adj" fmla="val 24016"/>
              </a:avLst>
            </a:prstGeom>
            <a:solidFill>
              <a:schemeClr val="bg1"/>
            </a:solidFill>
            <a:ln w="9525" cap="flat" cmpd="sng" algn="ctr">
              <a:noFill/>
              <a:prstDash val="solid"/>
              <a:round/>
              <a:headEnd type="none" w="med" len="med"/>
              <a:tailEnd type="none" w="med" len="med"/>
            </a:ln>
            <a:effectLst>
              <a:outerShdw blurRad="508000" sx="102000" sy="102000" algn="ctr" rotWithShape="0">
                <a:prstClr val="black">
                  <a:alpha val="10000"/>
                </a:prstClr>
              </a:outerShdw>
            </a:effectLst>
          </p:spPr>
          <p:txBody>
            <a:bodyPr anchor="ctr">
              <a:spAutoFit/>
            </a:bodyPr>
            <a:lstStyle/>
            <a:p>
              <a:pPr eaLnBrk="0" hangingPunct="0">
                <a:spcBef>
                  <a:spcPct val="50000"/>
                </a:spcBef>
                <a:defRPr/>
              </a:pPr>
              <a:endParaRPr lang="en-GB">
                <a:latin typeface="Arial" charset="0"/>
                <a:ea typeface="ヒラギノ角ゴ Pro W3" pitchFamily="-64" charset="-128"/>
              </a:endParaRPr>
            </a:p>
          </p:txBody>
        </p:sp>
        <p:sp>
          <p:nvSpPr>
            <p:cNvPr id="17" name="Parallelogram 16"/>
            <p:cNvSpPr/>
            <p:nvPr/>
          </p:nvSpPr>
          <p:spPr bwMode="auto">
            <a:xfrm>
              <a:off x="683589" y="3788531"/>
              <a:ext cx="3164281" cy="438551"/>
            </a:xfrm>
            <a:prstGeom prst="parallelogram">
              <a:avLst>
                <a:gd name="adj" fmla="val 26684"/>
              </a:avLst>
            </a:prstGeom>
            <a:solidFill>
              <a:schemeClr val="bg2">
                <a:lumMod val="40000"/>
                <a:lumOff val="60000"/>
              </a:schemeClr>
            </a:solidFill>
            <a:ln w="9525" cap="flat" cmpd="sng" algn="ctr">
              <a:noFill/>
              <a:prstDash val="solid"/>
              <a:round/>
              <a:headEnd type="none" w="med" len="med"/>
              <a:tailEnd type="none" w="med" len="med"/>
            </a:ln>
            <a:effectLst>
              <a:outerShdw blurRad="508000" sx="102000" sy="102000" algn="ctr" rotWithShape="0">
                <a:prstClr val="black">
                  <a:alpha val="10000"/>
                </a:prstClr>
              </a:outerShdw>
            </a:effectLst>
          </p:spPr>
          <p:txBody>
            <a:bodyPr anchor="ctr">
              <a:spAutoFit/>
            </a:bodyPr>
            <a:lstStyle/>
            <a:p>
              <a:pPr eaLnBrk="0" hangingPunct="0">
                <a:spcBef>
                  <a:spcPct val="50000"/>
                </a:spcBef>
                <a:defRPr/>
              </a:pPr>
              <a:endParaRPr lang="en-GB">
                <a:latin typeface="Arial" charset="0"/>
                <a:ea typeface="ヒラギノ角ゴ Pro W3" pitchFamily="-64" charset="-128"/>
              </a:endParaRPr>
            </a:p>
          </p:txBody>
        </p:sp>
      </p:grpSp>
      <p:grpSp>
        <p:nvGrpSpPr>
          <p:cNvPr id="18" name="Group 13"/>
          <p:cNvGrpSpPr>
            <a:grpSpLocks/>
          </p:cNvGrpSpPr>
          <p:nvPr userDrawn="1"/>
        </p:nvGrpSpPr>
        <p:grpSpPr bwMode="auto">
          <a:xfrm>
            <a:off x="2927350" y="2905125"/>
            <a:ext cx="2992438" cy="1768475"/>
            <a:chOff x="683589" y="1495330"/>
            <a:chExt cx="3582384" cy="2731752"/>
          </a:xfrm>
        </p:grpSpPr>
        <p:sp>
          <p:nvSpPr>
            <p:cNvPr id="19" name="Parallelogram 18"/>
            <p:cNvSpPr/>
            <p:nvPr/>
          </p:nvSpPr>
          <p:spPr bwMode="auto">
            <a:xfrm>
              <a:off x="733001" y="1495330"/>
              <a:ext cx="3532972" cy="2513507"/>
            </a:xfrm>
            <a:prstGeom prst="parallelogram">
              <a:avLst>
                <a:gd name="adj" fmla="val 24016"/>
              </a:avLst>
            </a:prstGeom>
            <a:solidFill>
              <a:schemeClr val="bg1"/>
            </a:solidFill>
            <a:ln w="9525" cap="flat" cmpd="sng" algn="ctr">
              <a:noFill/>
              <a:prstDash val="solid"/>
              <a:round/>
              <a:headEnd type="none" w="med" len="med"/>
              <a:tailEnd type="none" w="med" len="med"/>
            </a:ln>
            <a:effectLst>
              <a:outerShdw blurRad="508000" sx="102000" sy="102000" algn="ctr" rotWithShape="0">
                <a:prstClr val="black">
                  <a:alpha val="10000"/>
                </a:prstClr>
              </a:outerShdw>
            </a:effectLst>
          </p:spPr>
          <p:txBody>
            <a:bodyPr anchor="ctr">
              <a:spAutoFit/>
            </a:bodyPr>
            <a:lstStyle/>
            <a:p>
              <a:pPr eaLnBrk="0" hangingPunct="0">
                <a:spcBef>
                  <a:spcPct val="50000"/>
                </a:spcBef>
                <a:defRPr/>
              </a:pPr>
              <a:endParaRPr lang="en-GB">
                <a:latin typeface="Arial" charset="0"/>
                <a:ea typeface="ヒラギノ角ゴ Pro W3" pitchFamily="-64" charset="-128"/>
              </a:endParaRPr>
            </a:p>
          </p:txBody>
        </p:sp>
        <p:sp>
          <p:nvSpPr>
            <p:cNvPr id="20" name="Parallelogram 19"/>
            <p:cNvSpPr/>
            <p:nvPr/>
          </p:nvSpPr>
          <p:spPr bwMode="auto">
            <a:xfrm>
              <a:off x="683589" y="3788139"/>
              <a:ext cx="3164281" cy="438943"/>
            </a:xfrm>
            <a:prstGeom prst="parallelogram">
              <a:avLst>
                <a:gd name="adj" fmla="val 26684"/>
              </a:avLst>
            </a:prstGeom>
            <a:solidFill>
              <a:schemeClr val="bg2">
                <a:lumMod val="40000"/>
                <a:lumOff val="60000"/>
              </a:schemeClr>
            </a:solidFill>
            <a:ln w="9525" cap="flat" cmpd="sng" algn="ctr">
              <a:noFill/>
              <a:prstDash val="solid"/>
              <a:round/>
              <a:headEnd type="none" w="med" len="med"/>
              <a:tailEnd type="none" w="med" len="med"/>
            </a:ln>
            <a:effectLst>
              <a:outerShdw blurRad="508000" sx="102000" sy="102000" algn="ctr" rotWithShape="0">
                <a:prstClr val="black">
                  <a:alpha val="10000"/>
                </a:prstClr>
              </a:outerShdw>
            </a:effectLst>
          </p:spPr>
          <p:txBody>
            <a:bodyPr anchor="ctr">
              <a:spAutoFit/>
            </a:bodyPr>
            <a:lstStyle/>
            <a:p>
              <a:pPr eaLnBrk="0" hangingPunct="0">
                <a:spcBef>
                  <a:spcPct val="50000"/>
                </a:spcBef>
                <a:defRPr/>
              </a:pPr>
              <a:endParaRPr lang="en-GB">
                <a:latin typeface="Arial" charset="0"/>
                <a:ea typeface="ヒラギノ角ゴ Pro W3" pitchFamily="-64" charset="-128"/>
              </a:endParaRPr>
            </a:p>
          </p:txBody>
        </p:sp>
      </p:grpSp>
      <p:grpSp>
        <p:nvGrpSpPr>
          <p:cNvPr id="21" name="Group 13"/>
          <p:cNvGrpSpPr>
            <a:grpSpLocks/>
          </p:cNvGrpSpPr>
          <p:nvPr userDrawn="1"/>
        </p:nvGrpSpPr>
        <p:grpSpPr bwMode="auto">
          <a:xfrm>
            <a:off x="157163" y="2905125"/>
            <a:ext cx="2994025" cy="1768475"/>
            <a:chOff x="683589" y="1495330"/>
            <a:chExt cx="3582384" cy="2731752"/>
          </a:xfrm>
        </p:grpSpPr>
        <p:sp>
          <p:nvSpPr>
            <p:cNvPr id="22" name="Parallelogram 21"/>
            <p:cNvSpPr/>
            <p:nvPr/>
          </p:nvSpPr>
          <p:spPr bwMode="auto">
            <a:xfrm>
              <a:off x="732975" y="1495330"/>
              <a:ext cx="3532998" cy="2513507"/>
            </a:xfrm>
            <a:prstGeom prst="parallelogram">
              <a:avLst>
                <a:gd name="adj" fmla="val 24016"/>
              </a:avLst>
            </a:prstGeom>
            <a:solidFill>
              <a:schemeClr val="bg1"/>
            </a:solidFill>
            <a:ln w="9525" cap="flat" cmpd="sng" algn="ctr">
              <a:noFill/>
              <a:prstDash val="solid"/>
              <a:round/>
              <a:headEnd type="none" w="med" len="med"/>
              <a:tailEnd type="none" w="med" len="med"/>
            </a:ln>
            <a:effectLst>
              <a:outerShdw blurRad="508000" sx="102000" sy="102000" algn="ctr" rotWithShape="0">
                <a:prstClr val="black">
                  <a:alpha val="10000"/>
                </a:prstClr>
              </a:outerShdw>
            </a:effectLst>
          </p:spPr>
          <p:txBody>
            <a:bodyPr anchor="ctr">
              <a:spAutoFit/>
            </a:bodyPr>
            <a:lstStyle/>
            <a:p>
              <a:pPr eaLnBrk="0" hangingPunct="0">
                <a:spcBef>
                  <a:spcPct val="50000"/>
                </a:spcBef>
                <a:defRPr/>
              </a:pPr>
              <a:endParaRPr lang="en-GB">
                <a:latin typeface="Arial" charset="0"/>
                <a:ea typeface="ヒラギノ角ゴ Pro W3" pitchFamily="-64" charset="-128"/>
              </a:endParaRPr>
            </a:p>
          </p:txBody>
        </p:sp>
        <p:sp>
          <p:nvSpPr>
            <p:cNvPr id="23" name="Parallelogram 22"/>
            <p:cNvSpPr/>
            <p:nvPr/>
          </p:nvSpPr>
          <p:spPr bwMode="auto">
            <a:xfrm>
              <a:off x="683589" y="3788139"/>
              <a:ext cx="3164503" cy="438943"/>
            </a:xfrm>
            <a:prstGeom prst="parallelogram">
              <a:avLst>
                <a:gd name="adj" fmla="val 26684"/>
              </a:avLst>
            </a:prstGeom>
            <a:solidFill>
              <a:schemeClr val="bg2">
                <a:lumMod val="40000"/>
                <a:lumOff val="60000"/>
              </a:schemeClr>
            </a:solidFill>
            <a:ln w="9525" cap="flat" cmpd="sng" algn="ctr">
              <a:noFill/>
              <a:prstDash val="solid"/>
              <a:round/>
              <a:headEnd type="none" w="med" len="med"/>
              <a:tailEnd type="none" w="med" len="med"/>
            </a:ln>
            <a:effectLst>
              <a:outerShdw blurRad="508000" sx="102000" sy="102000" algn="ctr" rotWithShape="0">
                <a:prstClr val="black">
                  <a:alpha val="10000"/>
                </a:prstClr>
              </a:outerShdw>
            </a:effectLst>
          </p:spPr>
          <p:txBody>
            <a:bodyPr anchor="ctr">
              <a:spAutoFit/>
            </a:bodyPr>
            <a:lstStyle/>
            <a:p>
              <a:pPr eaLnBrk="0" hangingPunct="0">
                <a:spcBef>
                  <a:spcPct val="50000"/>
                </a:spcBef>
                <a:defRPr/>
              </a:pPr>
              <a:endParaRPr lang="en-GB">
                <a:latin typeface="Arial" charset="0"/>
                <a:ea typeface="ヒラギノ角ゴ Pro W3" pitchFamily="-64" charset="-128"/>
              </a:endParaRPr>
            </a:p>
          </p:txBody>
        </p:sp>
      </p:grpSp>
      <p:grpSp>
        <p:nvGrpSpPr>
          <p:cNvPr id="24" name="Group 13"/>
          <p:cNvGrpSpPr>
            <a:grpSpLocks/>
          </p:cNvGrpSpPr>
          <p:nvPr userDrawn="1"/>
        </p:nvGrpSpPr>
        <p:grpSpPr bwMode="auto">
          <a:xfrm>
            <a:off x="5913438" y="1106488"/>
            <a:ext cx="2994025" cy="1770062"/>
            <a:chOff x="683589" y="1495330"/>
            <a:chExt cx="3582384" cy="2731752"/>
          </a:xfrm>
        </p:grpSpPr>
        <p:sp>
          <p:nvSpPr>
            <p:cNvPr id="25" name="Parallelogram 24"/>
            <p:cNvSpPr/>
            <p:nvPr/>
          </p:nvSpPr>
          <p:spPr bwMode="auto">
            <a:xfrm>
              <a:off x="732975" y="1495330"/>
              <a:ext cx="3532998" cy="2513703"/>
            </a:xfrm>
            <a:prstGeom prst="parallelogram">
              <a:avLst>
                <a:gd name="adj" fmla="val 24016"/>
              </a:avLst>
            </a:prstGeom>
            <a:solidFill>
              <a:schemeClr val="bg1"/>
            </a:solidFill>
            <a:ln w="9525" cap="flat" cmpd="sng" algn="ctr">
              <a:noFill/>
              <a:prstDash val="solid"/>
              <a:round/>
              <a:headEnd type="none" w="med" len="med"/>
              <a:tailEnd type="none" w="med" len="med"/>
            </a:ln>
            <a:effectLst>
              <a:outerShdw blurRad="508000" sx="102000" sy="102000" algn="ctr" rotWithShape="0">
                <a:prstClr val="black">
                  <a:alpha val="10000"/>
                </a:prstClr>
              </a:outerShdw>
            </a:effectLst>
          </p:spPr>
          <p:txBody>
            <a:bodyPr anchor="ctr">
              <a:spAutoFit/>
            </a:bodyPr>
            <a:lstStyle/>
            <a:p>
              <a:pPr eaLnBrk="0" hangingPunct="0">
                <a:spcBef>
                  <a:spcPct val="50000"/>
                </a:spcBef>
                <a:defRPr/>
              </a:pPr>
              <a:endParaRPr lang="en-GB">
                <a:latin typeface="Arial" charset="0"/>
                <a:ea typeface="ヒラギノ角ゴ Pro W3" pitchFamily="-64" charset="-128"/>
              </a:endParaRPr>
            </a:p>
          </p:txBody>
        </p:sp>
        <p:sp>
          <p:nvSpPr>
            <p:cNvPr id="26" name="Parallelogram 25"/>
            <p:cNvSpPr/>
            <p:nvPr/>
          </p:nvSpPr>
          <p:spPr bwMode="auto">
            <a:xfrm>
              <a:off x="683589" y="3788532"/>
              <a:ext cx="3164503" cy="438550"/>
            </a:xfrm>
            <a:prstGeom prst="parallelogram">
              <a:avLst>
                <a:gd name="adj" fmla="val 26684"/>
              </a:avLst>
            </a:prstGeom>
            <a:solidFill>
              <a:schemeClr val="bg2">
                <a:lumMod val="40000"/>
                <a:lumOff val="60000"/>
              </a:schemeClr>
            </a:solidFill>
            <a:ln w="9525" cap="flat" cmpd="sng" algn="ctr">
              <a:noFill/>
              <a:prstDash val="solid"/>
              <a:round/>
              <a:headEnd type="none" w="med" len="med"/>
              <a:tailEnd type="none" w="med" len="med"/>
            </a:ln>
            <a:effectLst>
              <a:outerShdw blurRad="508000" sx="102000" sy="102000" algn="ctr" rotWithShape="0">
                <a:prstClr val="black">
                  <a:alpha val="10000"/>
                </a:prstClr>
              </a:outerShdw>
            </a:effectLst>
          </p:spPr>
          <p:txBody>
            <a:bodyPr anchor="ctr">
              <a:spAutoFit/>
            </a:bodyPr>
            <a:lstStyle/>
            <a:p>
              <a:pPr eaLnBrk="0" hangingPunct="0">
                <a:spcBef>
                  <a:spcPct val="50000"/>
                </a:spcBef>
                <a:defRPr/>
              </a:pPr>
              <a:endParaRPr lang="en-GB">
                <a:latin typeface="Arial" charset="0"/>
                <a:ea typeface="ヒラギノ角ゴ Pro W3" pitchFamily="-64" charset="-128"/>
              </a:endParaRPr>
            </a:p>
          </p:txBody>
        </p:sp>
      </p:grpSp>
      <p:grpSp>
        <p:nvGrpSpPr>
          <p:cNvPr id="27" name="Group 13"/>
          <p:cNvGrpSpPr>
            <a:grpSpLocks/>
          </p:cNvGrpSpPr>
          <p:nvPr userDrawn="1"/>
        </p:nvGrpSpPr>
        <p:grpSpPr bwMode="auto">
          <a:xfrm>
            <a:off x="3143250" y="1112838"/>
            <a:ext cx="2994025" cy="1768475"/>
            <a:chOff x="683589" y="1495330"/>
            <a:chExt cx="3582384" cy="2731752"/>
          </a:xfrm>
        </p:grpSpPr>
        <p:sp>
          <p:nvSpPr>
            <p:cNvPr id="28" name="Parallelogram 27"/>
            <p:cNvSpPr/>
            <p:nvPr/>
          </p:nvSpPr>
          <p:spPr bwMode="auto">
            <a:xfrm>
              <a:off x="732975" y="1495330"/>
              <a:ext cx="3532998" cy="2513505"/>
            </a:xfrm>
            <a:prstGeom prst="parallelogram">
              <a:avLst>
                <a:gd name="adj" fmla="val 24016"/>
              </a:avLst>
            </a:prstGeom>
            <a:solidFill>
              <a:schemeClr val="bg1"/>
            </a:solidFill>
            <a:ln w="9525" cap="flat" cmpd="sng" algn="ctr">
              <a:noFill/>
              <a:prstDash val="solid"/>
              <a:round/>
              <a:headEnd type="none" w="med" len="med"/>
              <a:tailEnd type="none" w="med" len="med"/>
            </a:ln>
            <a:effectLst>
              <a:outerShdw blurRad="508000" sx="102000" sy="102000" algn="ctr" rotWithShape="0">
                <a:prstClr val="black">
                  <a:alpha val="10000"/>
                </a:prstClr>
              </a:outerShdw>
            </a:effectLst>
          </p:spPr>
          <p:txBody>
            <a:bodyPr anchor="ctr">
              <a:spAutoFit/>
            </a:bodyPr>
            <a:lstStyle/>
            <a:p>
              <a:pPr eaLnBrk="0" hangingPunct="0">
                <a:spcBef>
                  <a:spcPct val="50000"/>
                </a:spcBef>
                <a:defRPr/>
              </a:pPr>
              <a:endParaRPr lang="en-GB">
                <a:latin typeface="Arial" charset="0"/>
                <a:ea typeface="ヒラギノ角ゴ Pro W3" pitchFamily="-64" charset="-128"/>
              </a:endParaRPr>
            </a:p>
          </p:txBody>
        </p:sp>
        <p:sp>
          <p:nvSpPr>
            <p:cNvPr id="29" name="Parallelogram 28"/>
            <p:cNvSpPr/>
            <p:nvPr/>
          </p:nvSpPr>
          <p:spPr bwMode="auto">
            <a:xfrm>
              <a:off x="683589" y="3788137"/>
              <a:ext cx="3164503" cy="438945"/>
            </a:xfrm>
            <a:prstGeom prst="parallelogram">
              <a:avLst>
                <a:gd name="adj" fmla="val 26684"/>
              </a:avLst>
            </a:prstGeom>
            <a:solidFill>
              <a:schemeClr val="bg2">
                <a:lumMod val="40000"/>
                <a:lumOff val="60000"/>
              </a:schemeClr>
            </a:solidFill>
            <a:ln w="9525" cap="flat" cmpd="sng" algn="ctr">
              <a:noFill/>
              <a:prstDash val="solid"/>
              <a:round/>
              <a:headEnd type="none" w="med" len="med"/>
              <a:tailEnd type="none" w="med" len="med"/>
            </a:ln>
            <a:effectLst>
              <a:outerShdw blurRad="508000" sx="102000" sy="102000" algn="ctr" rotWithShape="0">
                <a:prstClr val="black">
                  <a:alpha val="10000"/>
                </a:prstClr>
              </a:outerShdw>
            </a:effectLst>
          </p:spPr>
          <p:txBody>
            <a:bodyPr anchor="ctr">
              <a:spAutoFit/>
            </a:bodyPr>
            <a:lstStyle/>
            <a:p>
              <a:pPr eaLnBrk="0" hangingPunct="0">
                <a:spcBef>
                  <a:spcPct val="50000"/>
                </a:spcBef>
                <a:defRPr/>
              </a:pPr>
              <a:endParaRPr lang="en-GB">
                <a:latin typeface="Arial" charset="0"/>
                <a:ea typeface="ヒラギノ角ゴ Pro W3" pitchFamily="-64" charset="-128"/>
              </a:endParaRPr>
            </a:p>
          </p:txBody>
        </p:sp>
      </p:grpSp>
      <p:grpSp>
        <p:nvGrpSpPr>
          <p:cNvPr id="30" name="Group 13"/>
          <p:cNvGrpSpPr>
            <a:grpSpLocks/>
          </p:cNvGrpSpPr>
          <p:nvPr userDrawn="1"/>
        </p:nvGrpSpPr>
        <p:grpSpPr bwMode="auto">
          <a:xfrm>
            <a:off x="373063" y="1112838"/>
            <a:ext cx="2994025" cy="1768475"/>
            <a:chOff x="683589" y="1495330"/>
            <a:chExt cx="3582384" cy="2731752"/>
          </a:xfrm>
        </p:grpSpPr>
        <p:sp>
          <p:nvSpPr>
            <p:cNvPr id="31" name="Parallelogram 30"/>
            <p:cNvSpPr/>
            <p:nvPr/>
          </p:nvSpPr>
          <p:spPr bwMode="auto">
            <a:xfrm>
              <a:off x="732975" y="1495330"/>
              <a:ext cx="3532998" cy="2513505"/>
            </a:xfrm>
            <a:prstGeom prst="parallelogram">
              <a:avLst>
                <a:gd name="adj" fmla="val 24016"/>
              </a:avLst>
            </a:prstGeom>
            <a:solidFill>
              <a:schemeClr val="bg1"/>
            </a:solidFill>
            <a:ln w="9525" cap="flat" cmpd="sng" algn="ctr">
              <a:noFill/>
              <a:prstDash val="solid"/>
              <a:round/>
              <a:headEnd type="none" w="med" len="med"/>
              <a:tailEnd type="none" w="med" len="med"/>
            </a:ln>
            <a:effectLst>
              <a:outerShdw blurRad="508000" sx="102000" sy="102000" algn="ctr" rotWithShape="0">
                <a:prstClr val="black">
                  <a:alpha val="10000"/>
                </a:prstClr>
              </a:outerShdw>
            </a:effectLst>
          </p:spPr>
          <p:txBody>
            <a:bodyPr anchor="ctr">
              <a:spAutoFit/>
            </a:bodyPr>
            <a:lstStyle/>
            <a:p>
              <a:pPr eaLnBrk="0" hangingPunct="0">
                <a:spcBef>
                  <a:spcPct val="50000"/>
                </a:spcBef>
                <a:defRPr/>
              </a:pPr>
              <a:endParaRPr lang="en-GB">
                <a:latin typeface="Arial" charset="0"/>
                <a:ea typeface="ヒラギノ角ゴ Pro W3" pitchFamily="-64" charset="-128"/>
              </a:endParaRPr>
            </a:p>
          </p:txBody>
        </p:sp>
        <p:sp>
          <p:nvSpPr>
            <p:cNvPr id="32" name="Parallelogram 31"/>
            <p:cNvSpPr/>
            <p:nvPr/>
          </p:nvSpPr>
          <p:spPr bwMode="auto">
            <a:xfrm>
              <a:off x="683589" y="3788137"/>
              <a:ext cx="3164503" cy="438945"/>
            </a:xfrm>
            <a:prstGeom prst="parallelogram">
              <a:avLst>
                <a:gd name="adj" fmla="val 26684"/>
              </a:avLst>
            </a:prstGeom>
            <a:solidFill>
              <a:schemeClr val="bg2">
                <a:lumMod val="40000"/>
                <a:lumOff val="60000"/>
              </a:schemeClr>
            </a:solidFill>
            <a:ln w="9525" cap="flat" cmpd="sng" algn="ctr">
              <a:noFill/>
              <a:prstDash val="solid"/>
              <a:round/>
              <a:headEnd type="none" w="med" len="med"/>
              <a:tailEnd type="none" w="med" len="med"/>
            </a:ln>
            <a:effectLst>
              <a:outerShdw blurRad="508000" sx="102000" sy="102000" algn="ctr" rotWithShape="0">
                <a:prstClr val="black">
                  <a:alpha val="10000"/>
                </a:prstClr>
              </a:outerShdw>
            </a:effectLst>
          </p:spPr>
          <p:txBody>
            <a:bodyPr anchor="ctr">
              <a:spAutoFit/>
            </a:bodyPr>
            <a:lstStyle/>
            <a:p>
              <a:pPr eaLnBrk="0" hangingPunct="0">
                <a:spcBef>
                  <a:spcPct val="50000"/>
                </a:spcBef>
                <a:defRPr/>
              </a:pPr>
              <a:endParaRPr lang="en-GB">
                <a:latin typeface="Arial" charset="0"/>
                <a:ea typeface="ヒラギノ角ゴ Pro W3" pitchFamily="-64" charset="-128"/>
              </a:endParaRPr>
            </a:p>
          </p:txBody>
        </p:sp>
      </p:grpSp>
      <p:sp>
        <p:nvSpPr>
          <p:cNvPr id="33" name="Rectangle 9"/>
          <p:cNvSpPr>
            <a:spLocks noChangeArrowheads="1"/>
          </p:cNvSpPr>
          <p:nvPr userDrawn="1"/>
        </p:nvSpPr>
        <p:spPr bwMode="auto">
          <a:xfrm>
            <a:off x="6372225" y="4860925"/>
            <a:ext cx="2290763" cy="141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a:lnSpc>
                <a:spcPts val="1200"/>
              </a:lnSpc>
              <a:defRPr/>
            </a:pPr>
            <a:r>
              <a:rPr lang="en-GB" altLang="en-US" sz="900" dirty="0">
                <a:solidFill>
                  <a:schemeClr val="bg1"/>
                </a:solidFill>
              </a:rPr>
              <a:t>www.ecb.europa.eu © </a:t>
            </a:r>
          </a:p>
        </p:txBody>
      </p:sp>
      <p:sp>
        <p:nvSpPr>
          <p:cNvPr id="37" name="Rectangle 4"/>
          <p:cNvSpPr>
            <a:spLocks noGrp="1" noChangeArrowheads="1"/>
          </p:cNvSpPr>
          <p:nvPr>
            <p:ph type="title"/>
          </p:nvPr>
        </p:nvSpPr>
        <p:spPr>
          <a:xfrm>
            <a:off x="463551" y="411956"/>
            <a:ext cx="8404225" cy="633413"/>
          </a:xfr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t"/>
          <a:lstStyle>
            <a:lvl1pPr>
              <a:defRPr lang="en-GB" altLang="en-US" sz="2800" kern="1200" dirty="0" smtClean="0"/>
            </a:lvl1pPr>
          </a:lstStyle>
          <a:p>
            <a:pPr lvl="0"/>
            <a:r>
              <a:rPr lang="en-US" altLang="en-US"/>
              <a:t>Click to edit Master title style</a:t>
            </a:r>
            <a:endParaRPr lang="en-GB" altLang="en-US" dirty="0"/>
          </a:p>
        </p:txBody>
      </p:sp>
      <p:sp>
        <p:nvSpPr>
          <p:cNvPr id="3" name="Picture Placeholder 2"/>
          <p:cNvSpPr>
            <a:spLocks noGrp="1"/>
          </p:cNvSpPr>
          <p:nvPr>
            <p:ph type="pic" sz="quarter" idx="21"/>
          </p:nvPr>
        </p:nvSpPr>
        <p:spPr>
          <a:xfrm>
            <a:off x="589757" y="2922682"/>
            <a:ext cx="2170112" cy="1466850"/>
          </a:xfrm>
        </p:spPr>
        <p:txBody>
          <a:bodyPr/>
          <a:lstStyle/>
          <a:p>
            <a:pPr lvl="0"/>
            <a:r>
              <a:rPr lang="en-US" noProof="0"/>
              <a:t>Click icon to add picture</a:t>
            </a:r>
            <a:endParaRPr lang="en-GB" noProof="0"/>
          </a:p>
        </p:txBody>
      </p:sp>
      <p:sp>
        <p:nvSpPr>
          <p:cNvPr id="38" name="Picture Placeholder 2"/>
          <p:cNvSpPr>
            <a:spLocks noGrp="1"/>
          </p:cNvSpPr>
          <p:nvPr>
            <p:ph type="pic" sz="quarter" idx="22"/>
          </p:nvPr>
        </p:nvSpPr>
        <p:spPr>
          <a:xfrm>
            <a:off x="3367088" y="2922682"/>
            <a:ext cx="2170112" cy="1466850"/>
          </a:xfrm>
        </p:spPr>
        <p:txBody>
          <a:bodyPr/>
          <a:lstStyle/>
          <a:p>
            <a:pPr lvl="0"/>
            <a:r>
              <a:rPr lang="en-US" noProof="0"/>
              <a:t>Click icon to add picture</a:t>
            </a:r>
            <a:endParaRPr lang="en-GB" noProof="0"/>
          </a:p>
        </p:txBody>
      </p:sp>
      <p:sp>
        <p:nvSpPr>
          <p:cNvPr id="39" name="Picture Placeholder 2"/>
          <p:cNvSpPr>
            <a:spLocks noGrp="1"/>
          </p:cNvSpPr>
          <p:nvPr>
            <p:ph type="pic" sz="quarter" idx="23"/>
          </p:nvPr>
        </p:nvSpPr>
        <p:spPr>
          <a:xfrm>
            <a:off x="6137276" y="2922682"/>
            <a:ext cx="2170112" cy="1466850"/>
          </a:xfrm>
        </p:spPr>
        <p:txBody>
          <a:bodyPr/>
          <a:lstStyle/>
          <a:p>
            <a:pPr lvl="0"/>
            <a:r>
              <a:rPr lang="en-US" noProof="0"/>
              <a:t>Click icon to add picture</a:t>
            </a:r>
            <a:endParaRPr lang="en-GB" noProof="0" dirty="0"/>
          </a:p>
        </p:txBody>
      </p:sp>
      <p:sp>
        <p:nvSpPr>
          <p:cNvPr id="44" name="Text Placeholder 42"/>
          <p:cNvSpPr>
            <a:spLocks noGrp="1"/>
          </p:cNvSpPr>
          <p:nvPr>
            <p:ph type="body" sz="quarter" idx="25"/>
          </p:nvPr>
        </p:nvSpPr>
        <p:spPr>
          <a:xfrm>
            <a:off x="3348319" y="2650940"/>
            <a:ext cx="2362200" cy="184666"/>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lang="en-GB" sz="1200" kern="1200" dirty="0" smtClean="0">
                <a:solidFill>
                  <a:srgbClr val="003299"/>
                </a:solidFill>
                <a:latin typeface="Arial" pitchFamily="34" charset="0"/>
                <a:cs typeface="Arial" pitchFamily="34" charset="0"/>
              </a:defRPr>
            </a:lvl1pPr>
          </a:lstStyle>
          <a:p>
            <a:pPr lvl="0"/>
            <a:r>
              <a:rPr lang="en-US"/>
              <a:t>Click to edit Master text styles</a:t>
            </a:r>
          </a:p>
        </p:txBody>
      </p:sp>
      <p:sp>
        <p:nvSpPr>
          <p:cNvPr id="45" name="Text Placeholder 42"/>
          <p:cNvSpPr>
            <a:spLocks noGrp="1"/>
          </p:cNvSpPr>
          <p:nvPr>
            <p:ph type="body" sz="quarter" idx="26"/>
          </p:nvPr>
        </p:nvSpPr>
        <p:spPr>
          <a:xfrm>
            <a:off x="6054725" y="2650940"/>
            <a:ext cx="2362200" cy="184666"/>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lang="en-GB" sz="1200" kern="1200" dirty="0" smtClean="0">
                <a:solidFill>
                  <a:srgbClr val="003299"/>
                </a:solidFill>
                <a:latin typeface="Arial" pitchFamily="34" charset="0"/>
                <a:cs typeface="Arial" pitchFamily="34" charset="0"/>
              </a:defRPr>
            </a:lvl1pPr>
          </a:lstStyle>
          <a:p>
            <a:pPr lvl="0"/>
            <a:r>
              <a:rPr lang="en-US"/>
              <a:t>Click to edit Master text styles</a:t>
            </a:r>
          </a:p>
        </p:txBody>
      </p:sp>
      <p:sp>
        <p:nvSpPr>
          <p:cNvPr id="46" name="Text Placeholder 42"/>
          <p:cNvSpPr>
            <a:spLocks noGrp="1"/>
          </p:cNvSpPr>
          <p:nvPr>
            <p:ph type="body" sz="quarter" idx="27"/>
          </p:nvPr>
        </p:nvSpPr>
        <p:spPr>
          <a:xfrm>
            <a:off x="298450" y="4434423"/>
            <a:ext cx="2362200" cy="184666"/>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lang="en-GB" sz="1200" kern="1200" dirty="0" smtClean="0">
                <a:solidFill>
                  <a:srgbClr val="003299"/>
                </a:solidFill>
                <a:latin typeface="Arial" pitchFamily="34" charset="0"/>
                <a:cs typeface="Arial" pitchFamily="34" charset="0"/>
              </a:defRPr>
            </a:lvl1pPr>
          </a:lstStyle>
          <a:p>
            <a:pPr lvl="0"/>
            <a:r>
              <a:rPr lang="en-US"/>
              <a:t>Click to edit Master text styles</a:t>
            </a:r>
          </a:p>
        </p:txBody>
      </p:sp>
      <p:sp>
        <p:nvSpPr>
          <p:cNvPr id="47" name="Text Placeholder 42"/>
          <p:cNvSpPr>
            <a:spLocks noGrp="1"/>
          </p:cNvSpPr>
          <p:nvPr>
            <p:ph type="body" sz="quarter" idx="28"/>
          </p:nvPr>
        </p:nvSpPr>
        <p:spPr>
          <a:xfrm>
            <a:off x="3081619" y="4434423"/>
            <a:ext cx="2362200" cy="184666"/>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lang="en-GB" sz="1200" kern="1200" dirty="0" smtClean="0">
                <a:solidFill>
                  <a:srgbClr val="003299"/>
                </a:solidFill>
                <a:latin typeface="Arial" pitchFamily="34" charset="0"/>
                <a:cs typeface="Arial" pitchFamily="34" charset="0"/>
              </a:defRPr>
            </a:lvl1pPr>
          </a:lstStyle>
          <a:p>
            <a:pPr lvl="0"/>
            <a:r>
              <a:rPr lang="en-US"/>
              <a:t>Click to edit Master text styles</a:t>
            </a:r>
          </a:p>
        </p:txBody>
      </p:sp>
      <p:sp>
        <p:nvSpPr>
          <p:cNvPr id="48" name="Text Placeholder 42"/>
          <p:cNvSpPr>
            <a:spLocks noGrp="1"/>
          </p:cNvSpPr>
          <p:nvPr>
            <p:ph type="body" sz="quarter" idx="29"/>
          </p:nvPr>
        </p:nvSpPr>
        <p:spPr>
          <a:xfrm>
            <a:off x="5788025" y="4434423"/>
            <a:ext cx="2362200" cy="184666"/>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lang="en-GB" sz="1200" kern="1200" dirty="0" smtClean="0">
                <a:solidFill>
                  <a:srgbClr val="003299"/>
                </a:solidFill>
                <a:latin typeface="Arial" pitchFamily="34" charset="0"/>
                <a:cs typeface="Arial" pitchFamily="34" charset="0"/>
              </a:defRPr>
            </a:lvl1pPr>
          </a:lstStyle>
          <a:p>
            <a:pPr lvl="0"/>
            <a:r>
              <a:rPr lang="en-US"/>
              <a:t>Click to edit Master text styles</a:t>
            </a:r>
          </a:p>
        </p:txBody>
      </p:sp>
      <p:sp>
        <p:nvSpPr>
          <p:cNvPr id="49" name="Picture Placeholder 2"/>
          <p:cNvSpPr>
            <a:spLocks noGrp="1"/>
          </p:cNvSpPr>
          <p:nvPr>
            <p:ph type="pic" sz="quarter" idx="30"/>
          </p:nvPr>
        </p:nvSpPr>
        <p:spPr>
          <a:xfrm>
            <a:off x="798513" y="1130300"/>
            <a:ext cx="2170112" cy="1466850"/>
          </a:xfrm>
        </p:spPr>
        <p:txBody>
          <a:bodyPr/>
          <a:lstStyle/>
          <a:p>
            <a:pPr lvl="0"/>
            <a:r>
              <a:rPr lang="en-US" noProof="0"/>
              <a:t>Click icon to add picture</a:t>
            </a:r>
            <a:endParaRPr lang="en-GB" noProof="0"/>
          </a:p>
        </p:txBody>
      </p:sp>
      <p:sp>
        <p:nvSpPr>
          <p:cNvPr id="50" name="Picture Placeholder 2"/>
          <p:cNvSpPr>
            <a:spLocks noGrp="1"/>
          </p:cNvSpPr>
          <p:nvPr>
            <p:ph type="pic" sz="quarter" idx="31"/>
          </p:nvPr>
        </p:nvSpPr>
        <p:spPr>
          <a:xfrm>
            <a:off x="3575844" y="1130300"/>
            <a:ext cx="2170112" cy="1466850"/>
          </a:xfrm>
        </p:spPr>
        <p:txBody>
          <a:bodyPr/>
          <a:lstStyle/>
          <a:p>
            <a:pPr lvl="0"/>
            <a:r>
              <a:rPr lang="en-US" noProof="0"/>
              <a:t>Click icon to add picture</a:t>
            </a:r>
            <a:endParaRPr lang="en-GB" noProof="0"/>
          </a:p>
        </p:txBody>
      </p:sp>
      <p:sp>
        <p:nvSpPr>
          <p:cNvPr id="51" name="Picture Placeholder 2"/>
          <p:cNvSpPr>
            <a:spLocks noGrp="1"/>
          </p:cNvSpPr>
          <p:nvPr>
            <p:ph type="pic" sz="quarter" idx="32"/>
          </p:nvPr>
        </p:nvSpPr>
        <p:spPr>
          <a:xfrm>
            <a:off x="6346032" y="1130300"/>
            <a:ext cx="2170112" cy="1466850"/>
          </a:xfrm>
        </p:spPr>
        <p:txBody>
          <a:bodyPr/>
          <a:lstStyle/>
          <a:p>
            <a:pPr lvl="0"/>
            <a:r>
              <a:rPr lang="en-US" noProof="0"/>
              <a:t>Click icon to add picture</a:t>
            </a:r>
            <a:endParaRPr lang="en-GB" noProof="0" dirty="0"/>
          </a:p>
        </p:txBody>
      </p:sp>
      <p:sp>
        <p:nvSpPr>
          <p:cNvPr id="52" name="Text Placeholder 42"/>
          <p:cNvSpPr>
            <a:spLocks noGrp="1"/>
          </p:cNvSpPr>
          <p:nvPr>
            <p:ph type="body" sz="quarter" idx="24"/>
          </p:nvPr>
        </p:nvSpPr>
        <p:spPr>
          <a:xfrm>
            <a:off x="565150" y="2650940"/>
            <a:ext cx="2362200" cy="184666"/>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lang="en-GB" sz="1200" kern="1200" dirty="0" smtClean="0">
                <a:solidFill>
                  <a:srgbClr val="003299"/>
                </a:solidFill>
                <a:latin typeface="Arial" pitchFamily="34" charset="0"/>
                <a:cs typeface="Arial" pitchFamily="34" charset="0"/>
              </a:defRPr>
            </a:lvl1pPr>
          </a:lstStyle>
          <a:p>
            <a:pPr lvl="0"/>
            <a:r>
              <a:rPr lang="en-US"/>
              <a:t>Click to edit Master text styles</a:t>
            </a:r>
          </a:p>
        </p:txBody>
      </p:sp>
      <p:sp>
        <p:nvSpPr>
          <p:cNvPr id="34" name="Slide Number Placeholder 5"/>
          <p:cNvSpPr>
            <a:spLocks noGrp="1"/>
          </p:cNvSpPr>
          <p:nvPr>
            <p:ph type="sldNum" sz="quarter" idx="33"/>
          </p:nvPr>
        </p:nvSpPr>
        <p:spPr>
          <a:xfrm>
            <a:off x="4357688" y="4856163"/>
            <a:ext cx="414337" cy="13811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lgn="ctr" eaLnBrk="0" hangingPunct="0">
              <a:lnSpc>
                <a:spcPts val="1200"/>
              </a:lnSpc>
              <a:defRPr lang="en-GB" sz="900">
                <a:solidFill>
                  <a:schemeClr val="bg1"/>
                </a:solidFill>
              </a:defRPr>
            </a:lvl1pPr>
          </a:lstStyle>
          <a:p>
            <a:pPr>
              <a:defRPr/>
            </a:pPr>
            <a:fld id="{6A91E1AE-0C8E-4F76-9822-41893C44C1CD}" type="slidenum">
              <a:rPr/>
              <a:pPr>
                <a:defRPr/>
              </a:pPr>
              <a:t>‹#›</a:t>
            </a:fld>
            <a:endParaRPr dirty="0"/>
          </a:p>
        </p:txBody>
      </p:sp>
    </p:spTree>
    <p:extLst>
      <p:ext uri="{BB962C8B-B14F-4D97-AF65-F5344CB8AC3E}">
        <p14:creationId xmlns:p14="http://schemas.microsoft.com/office/powerpoint/2010/main" val="32683649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mport Elements - long headline">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9"/>
          <p:cNvSpPr>
            <a:spLocks noChangeArrowheads="1"/>
          </p:cNvSpPr>
          <p:nvPr userDrawn="1"/>
        </p:nvSpPr>
        <p:spPr bwMode="auto">
          <a:xfrm>
            <a:off x="6372225" y="4860925"/>
            <a:ext cx="2290763" cy="141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a:lnSpc>
                <a:spcPts val="1200"/>
              </a:lnSpc>
              <a:defRPr/>
            </a:pPr>
            <a:r>
              <a:rPr lang="en-GB" altLang="en-US" sz="900" dirty="0">
                <a:solidFill>
                  <a:schemeClr val="bg1"/>
                </a:solidFill>
              </a:rPr>
              <a:t>www.ecb.europa.eu © </a:t>
            </a:r>
          </a:p>
        </p:txBody>
      </p:sp>
      <p:sp>
        <p:nvSpPr>
          <p:cNvPr id="59" name="Rectangle 3"/>
          <p:cNvSpPr>
            <a:spLocks noGrp="1" noChangeArrowheads="1"/>
          </p:cNvSpPr>
          <p:nvPr>
            <p:ph idx="4294967295"/>
          </p:nvPr>
        </p:nvSpPr>
        <p:spPr>
          <a:xfrm>
            <a:off x="468313" y="1150144"/>
            <a:ext cx="8415711" cy="3351610"/>
          </a:xfrm>
        </p:spPr>
        <p:txBody>
          <a:bodyPr/>
          <a:lstStyle>
            <a:lvl1pPr>
              <a:defRPr sz="1900"/>
            </a:lvl1pPr>
          </a:lstStyle>
          <a:p>
            <a:pPr lvl="0"/>
            <a:r>
              <a:rPr lang="en-US" altLang="en-US"/>
              <a:t>Click to edit Master text styles</a:t>
            </a:r>
          </a:p>
          <a:p>
            <a:pPr lvl="1"/>
            <a:r>
              <a:rPr lang="en-US" altLang="en-US"/>
              <a:t>Second level</a:t>
            </a:r>
          </a:p>
          <a:p>
            <a:pPr lvl="2"/>
            <a:r>
              <a:rPr lang="en-US" altLang="en-US"/>
              <a:t>Third level</a:t>
            </a:r>
          </a:p>
        </p:txBody>
      </p:sp>
      <p:sp>
        <p:nvSpPr>
          <p:cNvPr id="9" name="Rectangle 4"/>
          <p:cNvSpPr>
            <a:spLocks noGrp="1" noChangeArrowheads="1"/>
          </p:cNvSpPr>
          <p:nvPr>
            <p:ph type="title"/>
          </p:nvPr>
        </p:nvSpPr>
        <p:spPr>
          <a:xfrm>
            <a:off x="463551" y="411956"/>
            <a:ext cx="8404225" cy="633413"/>
          </a:xfr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t"/>
          <a:lstStyle>
            <a:lvl1pPr>
              <a:defRPr lang="en-GB" altLang="en-US" sz="2800" kern="1200" dirty="0" smtClean="0"/>
            </a:lvl1pPr>
          </a:lstStyle>
          <a:p>
            <a:pPr lvl="0"/>
            <a:r>
              <a:rPr lang="en-US" altLang="en-US"/>
              <a:t>Click to edit Master title style</a:t>
            </a:r>
            <a:endParaRPr lang="en-GB" altLang="en-US" dirty="0"/>
          </a:p>
        </p:txBody>
      </p:sp>
      <p:sp>
        <p:nvSpPr>
          <p:cNvPr id="5" name="Slide Number Placeholder 5"/>
          <p:cNvSpPr>
            <a:spLocks noGrp="1"/>
          </p:cNvSpPr>
          <p:nvPr>
            <p:ph type="sldNum" sz="quarter" idx="10"/>
          </p:nvPr>
        </p:nvSpPr>
        <p:spPr>
          <a:xfrm>
            <a:off x="4357688" y="4856163"/>
            <a:ext cx="414337" cy="13811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lgn="ctr" eaLnBrk="0" hangingPunct="0">
              <a:lnSpc>
                <a:spcPts val="1200"/>
              </a:lnSpc>
              <a:defRPr lang="en-GB" sz="900">
                <a:solidFill>
                  <a:schemeClr val="bg1"/>
                </a:solidFill>
              </a:defRPr>
            </a:lvl1pPr>
          </a:lstStyle>
          <a:p>
            <a:pPr>
              <a:defRPr/>
            </a:pPr>
            <a:fld id="{44320B71-EC71-4A7E-8C8A-9C555B387A1C}" type="slidenum">
              <a:rPr/>
              <a:pPr>
                <a:defRPr/>
              </a:pPr>
              <a:t>‹#›</a:t>
            </a:fld>
            <a:endParaRPr dirty="0"/>
          </a:p>
        </p:txBody>
      </p:sp>
    </p:spTree>
    <p:extLst>
      <p:ext uri="{BB962C8B-B14F-4D97-AF65-F5344CB8AC3E}">
        <p14:creationId xmlns:p14="http://schemas.microsoft.com/office/powerpoint/2010/main" val="15357886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Import Elements - FullPage">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9"/>
          <p:cNvSpPr>
            <a:spLocks noChangeArrowheads="1"/>
          </p:cNvSpPr>
          <p:nvPr userDrawn="1"/>
        </p:nvSpPr>
        <p:spPr bwMode="auto">
          <a:xfrm>
            <a:off x="6372225" y="4860925"/>
            <a:ext cx="2290763" cy="141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a:lnSpc>
                <a:spcPts val="1200"/>
              </a:lnSpc>
              <a:defRPr/>
            </a:pPr>
            <a:r>
              <a:rPr lang="en-GB" altLang="en-US" sz="900" dirty="0">
                <a:solidFill>
                  <a:schemeClr val="bg1"/>
                </a:solidFill>
              </a:rPr>
              <a:t>www.ecb.europa.eu © </a:t>
            </a:r>
          </a:p>
        </p:txBody>
      </p:sp>
      <p:sp>
        <p:nvSpPr>
          <p:cNvPr id="59" name="Rectangle 3"/>
          <p:cNvSpPr>
            <a:spLocks noGrp="1" noChangeArrowheads="1"/>
          </p:cNvSpPr>
          <p:nvPr>
            <p:ph idx="4294967295"/>
          </p:nvPr>
        </p:nvSpPr>
        <p:spPr>
          <a:xfrm>
            <a:off x="468313" y="748145"/>
            <a:ext cx="8415711" cy="3753609"/>
          </a:xfrm>
        </p:spPr>
        <p:txBody>
          <a:bodyPr/>
          <a:lstStyle>
            <a:lvl1pPr>
              <a:defRPr sz="1900"/>
            </a:lvl1pPr>
          </a:lstStyle>
          <a:p>
            <a:pPr lvl="0"/>
            <a:r>
              <a:rPr lang="en-US" altLang="en-US"/>
              <a:t>Click to edit Master text styles</a:t>
            </a:r>
          </a:p>
          <a:p>
            <a:pPr lvl="1"/>
            <a:r>
              <a:rPr lang="en-US" altLang="en-US"/>
              <a:t>Second level</a:t>
            </a:r>
          </a:p>
          <a:p>
            <a:pPr lvl="2"/>
            <a:r>
              <a:rPr lang="en-US" altLang="en-US"/>
              <a:t>Third level</a:t>
            </a:r>
          </a:p>
        </p:txBody>
      </p:sp>
      <p:sp>
        <p:nvSpPr>
          <p:cNvPr id="9" name="Rectangle 4"/>
          <p:cNvSpPr>
            <a:spLocks noGrp="1" noChangeArrowheads="1"/>
          </p:cNvSpPr>
          <p:nvPr>
            <p:ph type="title"/>
          </p:nvPr>
        </p:nvSpPr>
        <p:spPr>
          <a:xfrm>
            <a:off x="463551" y="126932"/>
            <a:ext cx="8404225" cy="407441"/>
          </a:xfr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t"/>
          <a:lstStyle>
            <a:lvl1pPr>
              <a:defRPr lang="en-GB" altLang="en-US" sz="2000" kern="1200" dirty="0" smtClean="0"/>
            </a:lvl1pPr>
          </a:lstStyle>
          <a:p>
            <a:pPr lvl="0"/>
            <a:r>
              <a:rPr lang="en-US" altLang="en-US"/>
              <a:t>Click to edit Master title style</a:t>
            </a:r>
            <a:endParaRPr lang="en-GB" altLang="en-US" dirty="0"/>
          </a:p>
        </p:txBody>
      </p:sp>
      <p:sp>
        <p:nvSpPr>
          <p:cNvPr id="5" name="Slide Number Placeholder 5"/>
          <p:cNvSpPr>
            <a:spLocks noGrp="1"/>
          </p:cNvSpPr>
          <p:nvPr>
            <p:ph type="sldNum" sz="quarter" idx="10"/>
          </p:nvPr>
        </p:nvSpPr>
        <p:spPr>
          <a:xfrm>
            <a:off x="4357688" y="4856163"/>
            <a:ext cx="414337" cy="13811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lgn="ctr" eaLnBrk="0" hangingPunct="0">
              <a:lnSpc>
                <a:spcPts val="1200"/>
              </a:lnSpc>
              <a:defRPr lang="en-GB" sz="900">
                <a:solidFill>
                  <a:schemeClr val="bg1"/>
                </a:solidFill>
              </a:defRPr>
            </a:lvl1pPr>
          </a:lstStyle>
          <a:p>
            <a:pPr>
              <a:defRPr/>
            </a:pPr>
            <a:fld id="{44320B71-EC71-4A7E-8C8A-9C555B387A1C}" type="slidenum">
              <a:rPr/>
              <a:pPr>
                <a:defRPr/>
              </a:pPr>
              <a:t>‹#›</a:t>
            </a:fld>
            <a:endParaRPr dirty="0"/>
          </a:p>
        </p:txBody>
      </p:sp>
    </p:spTree>
    <p:extLst>
      <p:ext uri="{BB962C8B-B14F-4D97-AF65-F5344CB8AC3E}">
        <p14:creationId xmlns:p14="http://schemas.microsoft.com/office/powerpoint/2010/main" val="5951577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mport Elements - Small">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Parallelogram 3"/>
          <p:cNvSpPr/>
          <p:nvPr userDrawn="1"/>
        </p:nvSpPr>
        <p:spPr bwMode="auto">
          <a:xfrm>
            <a:off x="3629025" y="1782763"/>
            <a:ext cx="5514975" cy="2697162"/>
          </a:xfrm>
          <a:custGeom>
            <a:avLst/>
            <a:gdLst/>
            <a:ahLst/>
            <a:cxnLst/>
            <a:rect l="l" t="t" r="r" b="b"/>
            <a:pathLst>
              <a:path w="5514975" h="2697162">
                <a:moveTo>
                  <a:pt x="771523" y="0"/>
                </a:moveTo>
                <a:lnTo>
                  <a:pt x="5514975" y="0"/>
                </a:lnTo>
                <a:lnTo>
                  <a:pt x="5514975" y="2658323"/>
                </a:lnTo>
                <a:lnTo>
                  <a:pt x="5503865" y="2697162"/>
                </a:lnTo>
                <a:lnTo>
                  <a:pt x="0" y="2697162"/>
                </a:lnTo>
                <a:close/>
              </a:path>
            </a:pathLst>
          </a:custGeom>
          <a:solidFill>
            <a:schemeClr val="bg1"/>
          </a:solidFill>
          <a:ln w="9525" cap="flat" cmpd="sng" algn="ctr">
            <a:noFill/>
            <a:prstDash val="solid"/>
            <a:round/>
            <a:headEnd type="none" w="med" len="med"/>
            <a:tailEnd type="none" w="med" len="med"/>
          </a:ln>
          <a:effectLst>
            <a:outerShdw blurRad="508000" sx="102000" sy="102000" algn="ctr" rotWithShape="0">
              <a:prstClr val="black">
                <a:alpha val="10000"/>
              </a:prstClr>
            </a:outerShdw>
          </a:effectLst>
        </p:spPr>
        <p:txBody>
          <a:bodyPr anchor="ctr">
            <a:spAutoFit/>
          </a:bodyPr>
          <a:lstStyle/>
          <a:p>
            <a:pPr eaLnBrk="0" hangingPunct="0">
              <a:spcBef>
                <a:spcPct val="50000"/>
              </a:spcBef>
              <a:defRPr/>
            </a:pPr>
            <a:endParaRPr lang="en-GB">
              <a:latin typeface="Arial" charset="0"/>
              <a:ea typeface="ヒラギノ角ゴ Pro W3" pitchFamily="-64" charset="-128"/>
            </a:endParaRPr>
          </a:p>
        </p:txBody>
      </p:sp>
      <p:sp>
        <p:nvSpPr>
          <p:cNvPr id="5" name="Rectangle 9"/>
          <p:cNvSpPr>
            <a:spLocks noChangeArrowheads="1"/>
          </p:cNvSpPr>
          <p:nvPr userDrawn="1"/>
        </p:nvSpPr>
        <p:spPr bwMode="auto">
          <a:xfrm>
            <a:off x="6372225" y="4860925"/>
            <a:ext cx="2290763" cy="141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a:lnSpc>
                <a:spcPts val="1200"/>
              </a:lnSpc>
              <a:defRPr/>
            </a:pPr>
            <a:r>
              <a:rPr lang="en-GB" altLang="en-US" sz="900" dirty="0">
                <a:solidFill>
                  <a:schemeClr val="bg1"/>
                </a:solidFill>
              </a:rPr>
              <a:t>www.ecb.europa.eu © </a:t>
            </a:r>
          </a:p>
        </p:txBody>
      </p:sp>
      <p:sp>
        <p:nvSpPr>
          <p:cNvPr id="10" name="Content Placeholder 4"/>
          <p:cNvSpPr>
            <a:spLocks noGrp="1"/>
          </p:cNvSpPr>
          <p:nvPr>
            <p:ph idx="4294967295"/>
          </p:nvPr>
        </p:nvSpPr>
        <p:spPr>
          <a:xfrm>
            <a:off x="4427538" y="2139554"/>
            <a:ext cx="4465450" cy="2283619"/>
          </a:xfrm>
        </p:spPr>
        <p:txBody>
          <a:bodyPr/>
          <a:lstStyle>
            <a:lvl1pPr>
              <a:defRPr sz="1900"/>
            </a:lvl1pPr>
          </a:lstStyle>
          <a:p>
            <a:pPr lvl="0"/>
            <a:r>
              <a:rPr lang="en-US" altLang="en-US"/>
              <a:t>Click to edit Master text styles</a:t>
            </a:r>
          </a:p>
          <a:p>
            <a:pPr lvl="1"/>
            <a:r>
              <a:rPr lang="en-US" altLang="en-US"/>
              <a:t>Second level</a:t>
            </a:r>
          </a:p>
        </p:txBody>
      </p:sp>
      <p:sp>
        <p:nvSpPr>
          <p:cNvPr id="11" name="Rectangle 4"/>
          <p:cNvSpPr>
            <a:spLocks noGrp="1" noChangeArrowheads="1"/>
          </p:cNvSpPr>
          <p:nvPr>
            <p:ph type="title"/>
          </p:nvPr>
        </p:nvSpPr>
        <p:spPr>
          <a:xfrm>
            <a:off x="463551" y="411956"/>
            <a:ext cx="8404225" cy="633413"/>
          </a:xfr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t"/>
          <a:lstStyle>
            <a:lvl1pPr>
              <a:defRPr lang="en-GB" altLang="en-US" sz="2800" kern="1200" dirty="0" smtClean="0"/>
            </a:lvl1pPr>
          </a:lstStyle>
          <a:p>
            <a:pPr lvl="0"/>
            <a:r>
              <a:rPr lang="en-US" altLang="en-US"/>
              <a:t>Click to edit Master title style</a:t>
            </a:r>
            <a:endParaRPr lang="en-GB" altLang="en-US" dirty="0"/>
          </a:p>
        </p:txBody>
      </p:sp>
      <p:sp>
        <p:nvSpPr>
          <p:cNvPr id="6" name="Slide Number Placeholder 5"/>
          <p:cNvSpPr>
            <a:spLocks noGrp="1"/>
          </p:cNvSpPr>
          <p:nvPr>
            <p:ph type="sldNum" sz="quarter" idx="10"/>
          </p:nvPr>
        </p:nvSpPr>
        <p:spPr>
          <a:xfrm>
            <a:off x="4357688" y="4856163"/>
            <a:ext cx="414337" cy="13811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lgn="ctr" eaLnBrk="0" hangingPunct="0">
              <a:lnSpc>
                <a:spcPts val="1200"/>
              </a:lnSpc>
              <a:defRPr lang="en-GB" sz="900">
                <a:solidFill>
                  <a:schemeClr val="bg1"/>
                </a:solidFill>
              </a:defRPr>
            </a:lvl1pPr>
          </a:lstStyle>
          <a:p>
            <a:pPr>
              <a:defRPr/>
            </a:pPr>
            <a:fld id="{85CF0E3E-6A53-407C-B228-D257703978F3}" type="slidenum">
              <a:rPr/>
              <a:pPr>
                <a:defRPr/>
              </a:pPr>
              <a:t>‹#›</a:t>
            </a:fld>
            <a:endParaRPr dirty="0"/>
          </a:p>
        </p:txBody>
      </p:sp>
    </p:spTree>
    <p:extLst>
      <p:ext uri="{BB962C8B-B14F-4D97-AF65-F5344CB8AC3E}">
        <p14:creationId xmlns:p14="http://schemas.microsoft.com/office/powerpoint/2010/main" val="11930589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 Charts">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7" name="Rectangle 6"/>
          <p:cNvSpPr>
            <a:spLocks noChangeArrowheads="1"/>
          </p:cNvSpPr>
          <p:nvPr userDrawn="1"/>
        </p:nvSpPr>
        <p:spPr bwMode="auto">
          <a:xfrm>
            <a:off x="6372225" y="4860925"/>
            <a:ext cx="2290763" cy="141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a:lnSpc>
                <a:spcPts val="1200"/>
              </a:lnSpc>
              <a:defRPr/>
            </a:pPr>
            <a:r>
              <a:rPr lang="en-GB" altLang="en-US" sz="900" dirty="0">
                <a:solidFill>
                  <a:schemeClr val="bg1"/>
                </a:solidFill>
              </a:rPr>
              <a:t>www.ecb.europa.eu © </a:t>
            </a:r>
          </a:p>
        </p:txBody>
      </p:sp>
      <p:sp>
        <p:nvSpPr>
          <p:cNvPr id="8" name="Chart Placeholder 7"/>
          <p:cNvSpPr>
            <a:spLocks noGrp="1"/>
          </p:cNvSpPr>
          <p:nvPr>
            <p:ph type="chart" sz="quarter" idx="12"/>
          </p:nvPr>
        </p:nvSpPr>
        <p:spPr>
          <a:xfrm>
            <a:off x="466725" y="1069892"/>
            <a:ext cx="4023388" cy="3348038"/>
          </a:xfrm>
        </p:spPr>
        <p:txBody>
          <a:bodyPr/>
          <a:lstStyle/>
          <a:p>
            <a:pPr lvl="0"/>
            <a:r>
              <a:rPr lang="en-US" noProof="0"/>
              <a:t>Click icon to add chart</a:t>
            </a:r>
            <a:endParaRPr lang="en-GB" noProof="0"/>
          </a:p>
        </p:txBody>
      </p:sp>
      <p:sp>
        <p:nvSpPr>
          <p:cNvPr id="9" name="Chart Placeholder 7"/>
          <p:cNvSpPr>
            <a:spLocks noGrp="1"/>
          </p:cNvSpPr>
          <p:nvPr>
            <p:ph type="chart" sz="quarter" idx="13"/>
          </p:nvPr>
        </p:nvSpPr>
        <p:spPr>
          <a:xfrm>
            <a:off x="4660490" y="1059916"/>
            <a:ext cx="4211992" cy="3348038"/>
          </a:xfrm>
        </p:spPr>
        <p:txBody>
          <a:bodyPr/>
          <a:lstStyle/>
          <a:p>
            <a:pPr lvl="0"/>
            <a:r>
              <a:rPr lang="en-US" noProof="0"/>
              <a:t>Click icon to add chart</a:t>
            </a:r>
            <a:endParaRPr lang="en-GB" noProof="0" dirty="0"/>
          </a:p>
        </p:txBody>
      </p:sp>
      <p:sp>
        <p:nvSpPr>
          <p:cNvPr id="11" name="Text Placeholder 10"/>
          <p:cNvSpPr>
            <a:spLocks noGrp="1"/>
          </p:cNvSpPr>
          <p:nvPr>
            <p:ph type="body" sz="quarter" idx="14"/>
          </p:nvPr>
        </p:nvSpPr>
        <p:spPr>
          <a:xfrm>
            <a:off x="453799" y="4405901"/>
            <a:ext cx="4032250" cy="323850"/>
          </a:xfrm>
        </p:spPr>
        <p:txBody>
          <a:bodyPr/>
          <a:lstStyle>
            <a:lvl1pPr marL="0" indent="0">
              <a:buFontTx/>
              <a:buNone/>
              <a:defRPr sz="1600"/>
            </a:lvl1pPr>
            <a:lvl2pPr marL="300037" indent="0">
              <a:buFontTx/>
              <a:buNone/>
              <a:defRPr sz="1600"/>
            </a:lvl2pPr>
            <a:lvl3pPr marL="598487" indent="0">
              <a:buFontTx/>
              <a:buNone/>
              <a:defRPr sz="1600"/>
            </a:lvl3pPr>
            <a:lvl4pPr marL="915987" indent="0">
              <a:buFontTx/>
              <a:buNone/>
              <a:defRPr sz="1600"/>
            </a:lvl4pPr>
            <a:lvl5pPr marL="1220787" indent="0">
              <a:buFontTx/>
              <a:buNone/>
              <a:defRPr sz="1600"/>
            </a:lvl5pPr>
          </a:lstStyle>
          <a:p>
            <a:pPr lvl="0"/>
            <a:r>
              <a:rPr lang="en-US" noProof="0"/>
              <a:t>Click to edit Master text styles</a:t>
            </a:r>
          </a:p>
        </p:txBody>
      </p:sp>
      <p:sp>
        <p:nvSpPr>
          <p:cNvPr id="13" name="Text Placeholder 10"/>
          <p:cNvSpPr>
            <a:spLocks noGrp="1"/>
          </p:cNvSpPr>
          <p:nvPr>
            <p:ph type="body" sz="quarter" idx="15"/>
          </p:nvPr>
        </p:nvSpPr>
        <p:spPr>
          <a:xfrm>
            <a:off x="4659019" y="4405901"/>
            <a:ext cx="4032250" cy="323850"/>
          </a:xfrm>
        </p:spPr>
        <p:txBody>
          <a:bodyPr/>
          <a:lstStyle>
            <a:lvl1pPr marL="0" indent="0">
              <a:buFontTx/>
              <a:buNone/>
              <a:defRPr sz="1600"/>
            </a:lvl1pPr>
            <a:lvl2pPr marL="300037" indent="0">
              <a:buFontTx/>
              <a:buNone/>
              <a:defRPr sz="1600"/>
            </a:lvl2pPr>
            <a:lvl3pPr marL="598487" indent="0">
              <a:buFontTx/>
              <a:buNone/>
              <a:defRPr sz="1600"/>
            </a:lvl3pPr>
            <a:lvl4pPr marL="915987" indent="0">
              <a:buFontTx/>
              <a:buNone/>
              <a:defRPr sz="1600"/>
            </a:lvl4pPr>
            <a:lvl5pPr marL="1220787" indent="0">
              <a:buFontTx/>
              <a:buNone/>
              <a:defRPr sz="1600"/>
            </a:lvl5pPr>
          </a:lstStyle>
          <a:p>
            <a:pPr lvl="0"/>
            <a:r>
              <a:rPr lang="en-US" noProof="0"/>
              <a:t>Click to edit Master text styles</a:t>
            </a:r>
          </a:p>
        </p:txBody>
      </p:sp>
      <p:sp>
        <p:nvSpPr>
          <p:cNvPr id="17" name="Rectangle 4"/>
          <p:cNvSpPr>
            <a:spLocks noGrp="1" noChangeArrowheads="1"/>
          </p:cNvSpPr>
          <p:nvPr>
            <p:ph type="title"/>
          </p:nvPr>
        </p:nvSpPr>
        <p:spPr>
          <a:xfrm>
            <a:off x="463551" y="411956"/>
            <a:ext cx="8404225" cy="633413"/>
          </a:xfr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t"/>
          <a:lstStyle>
            <a:lvl1pPr>
              <a:defRPr lang="en-GB" altLang="en-US" sz="2800" kern="1200" dirty="0" smtClean="0"/>
            </a:lvl1pPr>
          </a:lstStyle>
          <a:p>
            <a:pPr lvl="0"/>
            <a:r>
              <a:rPr lang="en-US" altLang="en-US"/>
              <a:t>Click to edit Master title style</a:t>
            </a:r>
            <a:endParaRPr lang="en-GB" altLang="en-US" dirty="0"/>
          </a:p>
        </p:txBody>
      </p:sp>
      <p:sp>
        <p:nvSpPr>
          <p:cNvPr id="10" name="Slide Number Placeholder 5"/>
          <p:cNvSpPr>
            <a:spLocks noGrp="1"/>
          </p:cNvSpPr>
          <p:nvPr>
            <p:ph type="sldNum" sz="quarter" idx="16"/>
          </p:nvPr>
        </p:nvSpPr>
        <p:spPr>
          <a:xfrm>
            <a:off x="4357688" y="4856163"/>
            <a:ext cx="414337" cy="13811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lgn="ctr" eaLnBrk="0" hangingPunct="0">
              <a:lnSpc>
                <a:spcPts val="1200"/>
              </a:lnSpc>
              <a:defRPr lang="en-GB" sz="900">
                <a:solidFill>
                  <a:schemeClr val="bg1"/>
                </a:solidFill>
              </a:defRPr>
            </a:lvl1pPr>
          </a:lstStyle>
          <a:p>
            <a:pPr>
              <a:defRPr/>
            </a:pPr>
            <a:fld id="{D5A8A81F-602E-4F8A-A59F-1CB8EC3665FC}" type="slidenum">
              <a:rPr/>
              <a:pPr>
                <a:defRPr/>
              </a:pPr>
              <a:t>‹#›</a:t>
            </a:fld>
            <a:endParaRPr dirty="0"/>
          </a:p>
        </p:txBody>
      </p:sp>
    </p:spTree>
    <p:extLst>
      <p:ext uri="{BB962C8B-B14F-4D97-AF65-F5344CB8AC3E}">
        <p14:creationId xmlns:p14="http://schemas.microsoft.com/office/powerpoint/2010/main" val="15279493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 Charts">
    <p:bg>
      <p:bgPr>
        <a:blipFill dpi="0" rotWithShape="0">
          <a:blip r:embed="rId2"/>
          <a:srcRect/>
          <a:stretch>
            <a:fillRect/>
          </a:stretch>
        </a:blipFill>
        <a:effectLst/>
      </p:bgPr>
    </p:bg>
    <p:spTree>
      <p:nvGrpSpPr>
        <p:cNvPr id="1" name=""/>
        <p:cNvGrpSpPr/>
        <p:nvPr/>
      </p:nvGrpSpPr>
      <p:grpSpPr>
        <a:xfrm>
          <a:off x="0" y="0"/>
          <a:ext cx="0" cy="0"/>
          <a:chOff x="0" y="0"/>
          <a:chExt cx="0" cy="0"/>
        </a:xfrm>
      </p:grpSpPr>
      <p:cxnSp>
        <p:nvCxnSpPr>
          <p:cNvPr id="7" name="Straight Connector 1"/>
          <p:cNvCxnSpPr>
            <a:cxnSpLocks noChangeShapeType="1"/>
          </p:cNvCxnSpPr>
          <p:nvPr userDrawn="1"/>
        </p:nvCxnSpPr>
        <p:spPr bwMode="auto">
          <a:xfrm>
            <a:off x="0" y="0"/>
            <a:ext cx="914400" cy="0"/>
          </a:xfrm>
          <a:prstGeom prst="line">
            <a:avLst/>
          </a:prstGeom>
          <a:noFill/>
          <a:ln w="0" algn="ctr">
            <a:solidFill>
              <a:srgbClr val="FB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algn="ctr" rotWithShape="0">
                    <a:srgbClr val="808080"/>
                  </a:outerShdw>
                </a:effectLst>
              </a14:hiddenEffects>
            </a:ext>
          </a:extLst>
        </p:spPr>
      </p:cxnSp>
      <p:sp>
        <p:nvSpPr>
          <p:cNvPr id="8" name="Rectangle 9"/>
          <p:cNvSpPr>
            <a:spLocks noChangeArrowheads="1"/>
          </p:cNvSpPr>
          <p:nvPr userDrawn="1"/>
        </p:nvSpPr>
        <p:spPr bwMode="auto">
          <a:xfrm>
            <a:off x="6372225" y="4860925"/>
            <a:ext cx="2290763" cy="141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a:lnSpc>
                <a:spcPts val="1200"/>
              </a:lnSpc>
              <a:defRPr/>
            </a:pPr>
            <a:r>
              <a:rPr lang="en-GB" altLang="en-US" sz="900" dirty="0">
                <a:solidFill>
                  <a:schemeClr val="bg1"/>
                </a:solidFill>
              </a:rPr>
              <a:t>www.ecb.europa.eu © </a:t>
            </a:r>
          </a:p>
        </p:txBody>
      </p:sp>
      <p:sp>
        <p:nvSpPr>
          <p:cNvPr id="33" name="Rectangle 4"/>
          <p:cNvSpPr>
            <a:spLocks noGrp="1" noChangeArrowheads="1"/>
          </p:cNvSpPr>
          <p:nvPr>
            <p:ph type="title"/>
          </p:nvPr>
        </p:nvSpPr>
        <p:spPr>
          <a:xfrm>
            <a:off x="463551" y="411956"/>
            <a:ext cx="8404225" cy="633413"/>
          </a:xfr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t"/>
          <a:lstStyle>
            <a:lvl1pPr>
              <a:defRPr lang="en-GB" altLang="en-US" sz="2800" kern="1200" dirty="0" smtClean="0"/>
            </a:lvl1pPr>
          </a:lstStyle>
          <a:p>
            <a:pPr lvl="0"/>
            <a:r>
              <a:rPr lang="en-US" altLang="en-US"/>
              <a:t>Click to edit Master title style</a:t>
            </a:r>
            <a:endParaRPr lang="en-GB" altLang="en-US" dirty="0"/>
          </a:p>
        </p:txBody>
      </p:sp>
      <p:sp>
        <p:nvSpPr>
          <p:cNvPr id="3" name="Chart Placeholder 2"/>
          <p:cNvSpPr>
            <a:spLocks noGrp="1"/>
          </p:cNvSpPr>
          <p:nvPr>
            <p:ph type="chart" sz="quarter" idx="14"/>
          </p:nvPr>
        </p:nvSpPr>
        <p:spPr>
          <a:xfrm>
            <a:off x="457200" y="1107035"/>
            <a:ext cx="4105835" cy="1747838"/>
          </a:xfrm>
        </p:spPr>
        <p:txBody>
          <a:bodyPr/>
          <a:lstStyle/>
          <a:p>
            <a:pPr lvl="0"/>
            <a:r>
              <a:rPr lang="en-US" noProof="0"/>
              <a:t>Click icon to add chart</a:t>
            </a:r>
            <a:endParaRPr lang="en-GB" noProof="0"/>
          </a:p>
        </p:txBody>
      </p:sp>
      <p:sp>
        <p:nvSpPr>
          <p:cNvPr id="14" name="Chart Placeholder 2"/>
          <p:cNvSpPr>
            <a:spLocks noGrp="1"/>
          </p:cNvSpPr>
          <p:nvPr>
            <p:ph type="chart" sz="quarter" idx="15"/>
          </p:nvPr>
        </p:nvSpPr>
        <p:spPr>
          <a:xfrm>
            <a:off x="4778188" y="1107035"/>
            <a:ext cx="4105835" cy="1747838"/>
          </a:xfrm>
        </p:spPr>
        <p:txBody>
          <a:bodyPr/>
          <a:lstStyle/>
          <a:p>
            <a:pPr lvl="0"/>
            <a:r>
              <a:rPr lang="en-US" noProof="0"/>
              <a:t>Click icon to add chart</a:t>
            </a:r>
            <a:endParaRPr lang="en-GB" noProof="0"/>
          </a:p>
        </p:txBody>
      </p:sp>
      <p:sp>
        <p:nvSpPr>
          <p:cNvPr id="15" name="Chart Placeholder 2"/>
          <p:cNvSpPr>
            <a:spLocks noGrp="1"/>
          </p:cNvSpPr>
          <p:nvPr>
            <p:ph type="chart" sz="quarter" idx="16"/>
          </p:nvPr>
        </p:nvSpPr>
        <p:spPr>
          <a:xfrm>
            <a:off x="457200" y="2917906"/>
            <a:ext cx="4105835" cy="1747838"/>
          </a:xfrm>
        </p:spPr>
        <p:txBody>
          <a:bodyPr/>
          <a:lstStyle/>
          <a:p>
            <a:pPr lvl="0"/>
            <a:r>
              <a:rPr lang="en-US" noProof="0"/>
              <a:t>Click icon to add chart</a:t>
            </a:r>
            <a:endParaRPr lang="en-GB" noProof="0"/>
          </a:p>
        </p:txBody>
      </p:sp>
      <p:sp>
        <p:nvSpPr>
          <p:cNvPr id="16" name="Chart Placeholder 2"/>
          <p:cNvSpPr>
            <a:spLocks noGrp="1"/>
          </p:cNvSpPr>
          <p:nvPr>
            <p:ph type="chart" sz="quarter" idx="17"/>
          </p:nvPr>
        </p:nvSpPr>
        <p:spPr>
          <a:xfrm>
            <a:off x="4778188" y="2917906"/>
            <a:ext cx="4105835" cy="1747838"/>
          </a:xfrm>
        </p:spPr>
        <p:txBody>
          <a:bodyPr/>
          <a:lstStyle/>
          <a:p>
            <a:pPr lvl="0"/>
            <a:r>
              <a:rPr lang="en-US" noProof="0"/>
              <a:t>Click icon to add chart</a:t>
            </a:r>
            <a:endParaRPr lang="en-GB" noProof="0"/>
          </a:p>
        </p:txBody>
      </p:sp>
      <p:sp>
        <p:nvSpPr>
          <p:cNvPr id="9" name="Slide Number Placeholder 5"/>
          <p:cNvSpPr>
            <a:spLocks noGrp="1"/>
          </p:cNvSpPr>
          <p:nvPr>
            <p:ph type="sldNum" sz="quarter" idx="18"/>
          </p:nvPr>
        </p:nvSpPr>
        <p:spPr>
          <a:xfrm>
            <a:off x="4357688" y="4856163"/>
            <a:ext cx="414337" cy="13811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lgn="ctr" eaLnBrk="0" hangingPunct="0">
              <a:lnSpc>
                <a:spcPts val="1200"/>
              </a:lnSpc>
              <a:defRPr lang="en-GB" sz="900">
                <a:solidFill>
                  <a:schemeClr val="bg1"/>
                </a:solidFill>
              </a:defRPr>
            </a:lvl1pPr>
          </a:lstStyle>
          <a:p>
            <a:pPr>
              <a:defRPr/>
            </a:pPr>
            <a:fld id="{15538A09-DD14-42AD-BF95-748291479EDB}" type="slidenum">
              <a:rPr/>
              <a:pPr>
                <a:defRPr/>
              </a:pPr>
              <a:t>‹#›</a:t>
            </a:fld>
            <a:endParaRPr dirty="0"/>
          </a:p>
        </p:txBody>
      </p:sp>
    </p:spTree>
    <p:extLst>
      <p:ext uri="{BB962C8B-B14F-4D97-AF65-F5344CB8AC3E}">
        <p14:creationId xmlns:p14="http://schemas.microsoft.com/office/powerpoint/2010/main" val="42351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Organization Chart or other visualizations">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9"/>
          <p:cNvSpPr>
            <a:spLocks noChangeArrowheads="1"/>
          </p:cNvSpPr>
          <p:nvPr userDrawn="1"/>
        </p:nvSpPr>
        <p:spPr bwMode="auto">
          <a:xfrm>
            <a:off x="6372225" y="4860925"/>
            <a:ext cx="2290763" cy="141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a:lnSpc>
                <a:spcPts val="1200"/>
              </a:lnSpc>
              <a:defRPr/>
            </a:pPr>
            <a:r>
              <a:rPr lang="en-GB" altLang="en-US" sz="900" dirty="0">
                <a:solidFill>
                  <a:schemeClr val="bg1"/>
                </a:solidFill>
              </a:rPr>
              <a:t>www.ecb.europa.eu © </a:t>
            </a:r>
          </a:p>
        </p:txBody>
      </p:sp>
      <p:sp>
        <p:nvSpPr>
          <p:cNvPr id="3" name="SmartArt Placeholder 2"/>
          <p:cNvSpPr>
            <a:spLocks noGrp="1"/>
          </p:cNvSpPr>
          <p:nvPr>
            <p:ph type="dgm" idx="1"/>
          </p:nvPr>
        </p:nvSpPr>
        <p:spPr>
          <a:xfrm>
            <a:off x="466726" y="1071563"/>
            <a:ext cx="8397875" cy="3351610"/>
          </a:xfrm>
        </p:spPr>
        <p:txBody>
          <a:bodyPr/>
          <a:lstStyle/>
          <a:p>
            <a:pPr lvl="0"/>
            <a:r>
              <a:rPr lang="en-US" noProof="0"/>
              <a:t>Click icon to add SmartArt graphic</a:t>
            </a:r>
            <a:endParaRPr lang="en-GB" noProof="0" dirty="0"/>
          </a:p>
        </p:txBody>
      </p:sp>
      <p:sp>
        <p:nvSpPr>
          <p:cNvPr id="11" name="Rectangle 4"/>
          <p:cNvSpPr>
            <a:spLocks noGrp="1" noChangeArrowheads="1"/>
          </p:cNvSpPr>
          <p:nvPr>
            <p:ph type="title"/>
          </p:nvPr>
        </p:nvSpPr>
        <p:spPr>
          <a:xfrm>
            <a:off x="463551" y="411956"/>
            <a:ext cx="8404225" cy="633413"/>
          </a:xfr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t"/>
          <a:lstStyle>
            <a:lvl1pPr>
              <a:defRPr lang="en-GB" altLang="en-US" sz="2800" kern="1200" dirty="0" smtClean="0"/>
            </a:lvl1pPr>
          </a:lstStyle>
          <a:p>
            <a:pPr lvl="0"/>
            <a:r>
              <a:rPr lang="en-US" altLang="en-US"/>
              <a:t>Click to edit Master title style</a:t>
            </a:r>
            <a:endParaRPr lang="en-GB" altLang="en-US" dirty="0"/>
          </a:p>
        </p:txBody>
      </p:sp>
      <p:sp>
        <p:nvSpPr>
          <p:cNvPr id="5" name="Slide Number Placeholder 5"/>
          <p:cNvSpPr>
            <a:spLocks noGrp="1"/>
          </p:cNvSpPr>
          <p:nvPr>
            <p:ph type="sldNum" sz="quarter" idx="10"/>
          </p:nvPr>
        </p:nvSpPr>
        <p:spPr>
          <a:xfrm>
            <a:off x="4357688" y="4856163"/>
            <a:ext cx="414337" cy="13811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lgn="ctr" eaLnBrk="0" hangingPunct="0">
              <a:lnSpc>
                <a:spcPts val="1200"/>
              </a:lnSpc>
              <a:defRPr lang="en-GB" sz="900">
                <a:solidFill>
                  <a:schemeClr val="bg1"/>
                </a:solidFill>
              </a:defRPr>
            </a:lvl1pPr>
          </a:lstStyle>
          <a:p>
            <a:pPr>
              <a:defRPr/>
            </a:pPr>
            <a:fld id="{5A2AD3AA-77E8-4059-99E1-B20E6EF740D6}" type="slidenum">
              <a:rPr/>
              <a:pPr>
                <a:defRPr/>
              </a:pPr>
              <a:t>‹#›</a:t>
            </a:fld>
            <a:endParaRPr dirty="0"/>
          </a:p>
        </p:txBody>
      </p:sp>
    </p:spTree>
    <p:extLst>
      <p:ext uri="{BB962C8B-B14F-4D97-AF65-F5344CB8AC3E}">
        <p14:creationId xmlns:p14="http://schemas.microsoft.com/office/powerpoint/2010/main" val="37972457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4"/>
          <p:cNvSpPr>
            <a:spLocks noGrp="1" noChangeArrowheads="1"/>
          </p:cNvSpPr>
          <p:nvPr>
            <p:ph type="body" idx="1"/>
          </p:nvPr>
        </p:nvSpPr>
        <p:spPr bwMode="auto">
          <a:xfrm>
            <a:off x="468313" y="1150938"/>
            <a:ext cx="8194675" cy="3351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t" anchorCtr="0" compatLnSpc="1">
            <a:prstTxWarp prst="textNoShape">
              <a:avLst/>
            </a:prstTxWarp>
          </a:bodyPr>
          <a:lstStyle/>
          <a:p>
            <a:pPr lvl="0"/>
            <a:r>
              <a:rPr lang="en-GB" altLang="en-US"/>
              <a:t>Mastertextformat bearbeiten</a:t>
            </a:r>
          </a:p>
          <a:p>
            <a:pPr lvl="1"/>
            <a:r>
              <a:rPr lang="en-GB" altLang="en-US"/>
              <a:t>Zweite Ebene</a:t>
            </a:r>
          </a:p>
          <a:p>
            <a:pPr lvl="2"/>
            <a:r>
              <a:rPr lang="en-GB" altLang="en-US"/>
              <a:t>Dritte Ebene</a:t>
            </a:r>
          </a:p>
          <a:p>
            <a:pPr lvl="3"/>
            <a:r>
              <a:rPr lang="en-GB" altLang="en-US"/>
              <a:t>Vierte Ebene</a:t>
            </a:r>
          </a:p>
          <a:p>
            <a:pPr lvl="4"/>
            <a:r>
              <a:rPr lang="en-GB" altLang="en-US"/>
              <a:t>Fünfte Ebene</a:t>
            </a:r>
          </a:p>
        </p:txBody>
      </p:sp>
      <p:sp>
        <p:nvSpPr>
          <p:cNvPr id="1028" name="Rectangle 5"/>
          <p:cNvSpPr>
            <a:spLocks noGrp="1" noChangeArrowheads="1"/>
          </p:cNvSpPr>
          <p:nvPr>
            <p:ph type="title"/>
          </p:nvPr>
        </p:nvSpPr>
        <p:spPr bwMode="auto">
          <a:xfrm>
            <a:off x="468313" y="573088"/>
            <a:ext cx="8594725" cy="473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ctr" anchorCtr="0" compatLnSpc="1">
            <a:prstTxWarp prst="textNoShape">
              <a:avLst/>
            </a:prstTxWarp>
          </a:bodyPr>
          <a:lstStyle/>
          <a:p>
            <a:pPr lvl="0"/>
            <a:r>
              <a:rPr lang="en-GB" altLang="en-US"/>
              <a:t>Mastertitelformat bearbeiten</a:t>
            </a:r>
          </a:p>
        </p:txBody>
      </p:sp>
      <p:sp>
        <p:nvSpPr>
          <p:cNvPr id="1031" name="Rectangle 9"/>
          <p:cNvSpPr>
            <a:spLocks noChangeArrowheads="1"/>
          </p:cNvSpPr>
          <p:nvPr/>
        </p:nvSpPr>
        <p:spPr bwMode="auto">
          <a:xfrm>
            <a:off x="6372225" y="4860925"/>
            <a:ext cx="2290763" cy="141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a:lnSpc>
                <a:spcPts val="1200"/>
              </a:lnSpc>
              <a:defRPr/>
            </a:pPr>
            <a:r>
              <a:rPr lang="en-GB" altLang="en-US" sz="900" dirty="0">
                <a:solidFill>
                  <a:schemeClr val="bg1"/>
                </a:solidFill>
              </a:rPr>
              <a:t>www.ecb.europa.eu © </a:t>
            </a:r>
          </a:p>
        </p:txBody>
      </p:sp>
    </p:spTree>
  </p:cSld>
  <p:clrMap bg1="lt1" tx1="dk1" bg2="lt2" tx2="dk2" accent1="accent1" accent2="accent2" accent3="accent3" accent4="accent4" accent5="accent5" accent6="accent6" hlink="hlink" folHlink="folHlink"/>
  <p:sldLayoutIdLst>
    <p:sldLayoutId id="2147486294" r:id="rId1"/>
    <p:sldLayoutId id="2147486295" r:id="rId2"/>
    <p:sldLayoutId id="2147486296" r:id="rId3"/>
    <p:sldLayoutId id="2147486297" r:id="rId4"/>
    <p:sldLayoutId id="2147486298" r:id="rId5"/>
    <p:sldLayoutId id="2147486299" r:id="rId6"/>
    <p:sldLayoutId id="2147486300" r:id="rId7"/>
    <p:sldLayoutId id="2147486301" r:id="rId8"/>
    <p:sldLayoutId id="2147486302" r:id="rId9"/>
    <p:sldLayoutId id="2147486303" r:id="rId10"/>
    <p:sldLayoutId id="2147486304" r:id="rId11"/>
    <p:sldLayoutId id="2147486305" r:id="rId12"/>
    <p:sldLayoutId id="2147486306" r:id="rId13"/>
    <p:sldLayoutId id="2147486307" r:id="rId14"/>
    <p:sldLayoutId id="2147486316" r:id="rId15"/>
    <p:sldLayoutId id="2147486308" r:id="rId16"/>
    <p:sldLayoutId id="2147486311" r:id="rId17"/>
    <p:sldLayoutId id="2147486312" r:id="rId18"/>
    <p:sldLayoutId id="2147486314" r:id="rId19"/>
  </p:sldLayoutIdLst>
  <p:hf hdr="0" dt="0"/>
  <p:txStyles>
    <p:titleStyle>
      <a:lvl1pPr algn="l" rtl="0" eaLnBrk="1" fontAlgn="base" hangingPunct="1">
        <a:lnSpc>
          <a:spcPts val="2700"/>
        </a:lnSpc>
        <a:spcBef>
          <a:spcPct val="0"/>
        </a:spcBef>
        <a:spcAft>
          <a:spcPct val="0"/>
        </a:spcAft>
        <a:defRPr sz="4000">
          <a:solidFill>
            <a:schemeClr val="tx2"/>
          </a:solidFill>
          <a:latin typeface="+mn-lt"/>
          <a:ea typeface="+mj-ea"/>
          <a:cs typeface="+mj-cs"/>
        </a:defRPr>
      </a:lvl1pPr>
      <a:lvl2pPr algn="l" rtl="0" eaLnBrk="1" fontAlgn="base" hangingPunct="1">
        <a:lnSpc>
          <a:spcPts val="2700"/>
        </a:lnSpc>
        <a:spcBef>
          <a:spcPct val="0"/>
        </a:spcBef>
        <a:spcAft>
          <a:spcPct val="0"/>
        </a:spcAft>
        <a:defRPr sz="4000">
          <a:solidFill>
            <a:schemeClr val="tx2"/>
          </a:solidFill>
          <a:latin typeface="Arial" pitchFamily="34" charset="0"/>
          <a:cs typeface="Arial" charset="0"/>
        </a:defRPr>
      </a:lvl2pPr>
      <a:lvl3pPr algn="l" rtl="0" eaLnBrk="1" fontAlgn="base" hangingPunct="1">
        <a:lnSpc>
          <a:spcPts val="2700"/>
        </a:lnSpc>
        <a:spcBef>
          <a:spcPct val="0"/>
        </a:spcBef>
        <a:spcAft>
          <a:spcPct val="0"/>
        </a:spcAft>
        <a:defRPr sz="4000">
          <a:solidFill>
            <a:schemeClr val="tx2"/>
          </a:solidFill>
          <a:latin typeface="Arial" pitchFamily="34" charset="0"/>
          <a:cs typeface="Arial" charset="0"/>
        </a:defRPr>
      </a:lvl3pPr>
      <a:lvl4pPr algn="l" rtl="0" eaLnBrk="1" fontAlgn="base" hangingPunct="1">
        <a:lnSpc>
          <a:spcPts val="2700"/>
        </a:lnSpc>
        <a:spcBef>
          <a:spcPct val="0"/>
        </a:spcBef>
        <a:spcAft>
          <a:spcPct val="0"/>
        </a:spcAft>
        <a:defRPr sz="4000">
          <a:solidFill>
            <a:schemeClr val="tx2"/>
          </a:solidFill>
          <a:latin typeface="Arial" pitchFamily="34" charset="0"/>
          <a:cs typeface="Arial" charset="0"/>
        </a:defRPr>
      </a:lvl4pPr>
      <a:lvl5pPr algn="l" rtl="0" eaLnBrk="1" fontAlgn="base" hangingPunct="1">
        <a:lnSpc>
          <a:spcPts val="2700"/>
        </a:lnSpc>
        <a:spcBef>
          <a:spcPct val="0"/>
        </a:spcBef>
        <a:spcAft>
          <a:spcPct val="0"/>
        </a:spcAft>
        <a:defRPr sz="4000">
          <a:solidFill>
            <a:schemeClr val="tx2"/>
          </a:solidFill>
          <a:latin typeface="Arial" pitchFamily="34" charset="0"/>
          <a:cs typeface="Arial" charset="0"/>
        </a:defRPr>
      </a:lvl5pPr>
      <a:lvl6pPr marL="457200" algn="l" rtl="0" eaLnBrk="1" fontAlgn="base" hangingPunct="1">
        <a:lnSpc>
          <a:spcPts val="2700"/>
        </a:lnSpc>
        <a:spcBef>
          <a:spcPct val="0"/>
        </a:spcBef>
        <a:spcAft>
          <a:spcPct val="0"/>
        </a:spcAft>
        <a:defRPr sz="2400">
          <a:solidFill>
            <a:schemeClr val="tx2"/>
          </a:solidFill>
          <a:latin typeface="Arial Black" pitchFamily="34" charset="0"/>
          <a:cs typeface="Arial" charset="0"/>
        </a:defRPr>
      </a:lvl6pPr>
      <a:lvl7pPr marL="914400" algn="l" rtl="0" eaLnBrk="1" fontAlgn="base" hangingPunct="1">
        <a:lnSpc>
          <a:spcPts val="2700"/>
        </a:lnSpc>
        <a:spcBef>
          <a:spcPct val="0"/>
        </a:spcBef>
        <a:spcAft>
          <a:spcPct val="0"/>
        </a:spcAft>
        <a:defRPr sz="2400">
          <a:solidFill>
            <a:schemeClr val="tx2"/>
          </a:solidFill>
          <a:latin typeface="Arial Black" pitchFamily="34" charset="0"/>
          <a:cs typeface="Arial" charset="0"/>
        </a:defRPr>
      </a:lvl7pPr>
      <a:lvl8pPr marL="1371600" algn="l" rtl="0" eaLnBrk="1" fontAlgn="base" hangingPunct="1">
        <a:lnSpc>
          <a:spcPts val="2700"/>
        </a:lnSpc>
        <a:spcBef>
          <a:spcPct val="0"/>
        </a:spcBef>
        <a:spcAft>
          <a:spcPct val="0"/>
        </a:spcAft>
        <a:defRPr sz="2400">
          <a:solidFill>
            <a:schemeClr val="tx2"/>
          </a:solidFill>
          <a:latin typeface="Arial Black" pitchFamily="34" charset="0"/>
          <a:cs typeface="Arial" charset="0"/>
        </a:defRPr>
      </a:lvl8pPr>
      <a:lvl9pPr marL="1828800" algn="l" rtl="0" eaLnBrk="1" fontAlgn="base" hangingPunct="1">
        <a:lnSpc>
          <a:spcPts val="2700"/>
        </a:lnSpc>
        <a:spcBef>
          <a:spcPct val="0"/>
        </a:spcBef>
        <a:spcAft>
          <a:spcPct val="0"/>
        </a:spcAft>
        <a:defRPr sz="2400">
          <a:solidFill>
            <a:schemeClr val="tx2"/>
          </a:solidFill>
          <a:latin typeface="Arial Black" pitchFamily="34" charset="0"/>
          <a:cs typeface="Arial" charset="0"/>
        </a:defRPr>
      </a:lvl9pPr>
    </p:titleStyle>
    <p:bodyStyle>
      <a:lvl1pPr algn="l" rtl="0" eaLnBrk="1" fontAlgn="base" hangingPunct="1">
        <a:spcBef>
          <a:spcPct val="30000"/>
        </a:spcBef>
        <a:spcAft>
          <a:spcPct val="0"/>
        </a:spcAft>
        <a:buClr>
          <a:schemeClr val="tx2"/>
        </a:buClr>
        <a:defRPr sz="2200">
          <a:solidFill>
            <a:schemeClr val="tx1"/>
          </a:solidFill>
          <a:latin typeface="+mn-lt"/>
          <a:ea typeface="+mn-ea"/>
          <a:cs typeface="+mn-cs"/>
        </a:defRPr>
      </a:lvl1pPr>
      <a:lvl2pPr marL="298450" algn="l" rtl="0" eaLnBrk="1" fontAlgn="base" hangingPunct="1">
        <a:spcBef>
          <a:spcPct val="0"/>
        </a:spcBef>
        <a:spcAft>
          <a:spcPct val="0"/>
        </a:spcAft>
        <a:defRPr>
          <a:solidFill>
            <a:schemeClr val="tx1"/>
          </a:solidFill>
          <a:latin typeface="+mn-lt"/>
          <a:cs typeface="+mn-cs"/>
        </a:defRPr>
      </a:lvl2pPr>
      <a:lvl3pPr marL="596900" algn="l" rtl="0" eaLnBrk="1" fontAlgn="base" hangingPunct="1">
        <a:spcBef>
          <a:spcPct val="0"/>
        </a:spcBef>
        <a:spcAft>
          <a:spcPct val="0"/>
        </a:spcAft>
        <a:defRPr sz="1600">
          <a:solidFill>
            <a:schemeClr val="tx1"/>
          </a:solidFill>
          <a:latin typeface="+mn-lt"/>
          <a:cs typeface="+mn-cs"/>
        </a:defRPr>
      </a:lvl3pPr>
      <a:lvl4pPr marL="914400" algn="l" rtl="0" eaLnBrk="1" fontAlgn="base" hangingPunct="1">
        <a:spcBef>
          <a:spcPct val="0"/>
        </a:spcBef>
        <a:spcAft>
          <a:spcPct val="0"/>
        </a:spcAft>
        <a:defRPr sz="1600">
          <a:solidFill>
            <a:schemeClr val="tx1"/>
          </a:solidFill>
          <a:latin typeface="+mn-lt"/>
          <a:cs typeface="+mn-cs"/>
        </a:defRPr>
      </a:lvl4pPr>
      <a:lvl5pPr marL="1219200" algn="l" rtl="0" eaLnBrk="1" fontAlgn="base" hangingPunct="1">
        <a:spcBef>
          <a:spcPct val="0"/>
        </a:spcBef>
        <a:spcAft>
          <a:spcPct val="0"/>
        </a:spcAft>
        <a:buFont typeface="Times" pitchFamily="18" charset="0"/>
        <a:defRPr sz="1600" i="1">
          <a:solidFill>
            <a:schemeClr val="tx1"/>
          </a:solidFill>
          <a:latin typeface="+mn-lt"/>
          <a:cs typeface="+mn-cs"/>
        </a:defRPr>
      </a:lvl5pPr>
      <a:lvl6pPr marL="1981200" indent="-303213" algn="l" rtl="0" eaLnBrk="1" fontAlgn="base" hangingPunct="1">
        <a:spcBef>
          <a:spcPct val="0"/>
        </a:spcBef>
        <a:spcAft>
          <a:spcPct val="0"/>
        </a:spcAft>
        <a:buFont typeface="Times" pitchFamily="18" charset="0"/>
        <a:buChar char="•"/>
        <a:defRPr sz="1600" i="1">
          <a:solidFill>
            <a:schemeClr val="tx1"/>
          </a:solidFill>
          <a:latin typeface="+mn-lt"/>
          <a:cs typeface="+mn-cs"/>
        </a:defRPr>
      </a:lvl6pPr>
      <a:lvl7pPr marL="2438400" indent="-303213" algn="l" rtl="0" eaLnBrk="1" fontAlgn="base" hangingPunct="1">
        <a:spcBef>
          <a:spcPct val="0"/>
        </a:spcBef>
        <a:spcAft>
          <a:spcPct val="0"/>
        </a:spcAft>
        <a:buFont typeface="Times" pitchFamily="18" charset="0"/>
        <a:buChar char="•"/>
        <a:defRPr sz="1600" i="1">
          <a:solidFill>
            <a:schemeClr val="tx1"/>
          </a:solidFill>
          <a:latin typeface="+mn-lt"/>
          <a:cs typeface="+mn-cs"/>
        </a:defRPr>
      </a:lvl7pPr>
      <a:lvl8pPr marL="2895600" indent="-303213" algn="l" rtl="0" eaLnBrk="1" fontAlgn="base" hangingPunct="1">
        <a:spcBef>
          <a:spcPct val="0"/>
        </a:spcBef>
        <a:spcAft>
          <a:spcPct val="0"/>
        </a:spcAft>
        <a:buFont typeface="Times" pitchFamily="18" charset="0"/>
        <a:buChar char="•"/>
        <a:defRPr sz="1600" i="1">
          <a:solidFill>
            <a:schemeClr val="tx1"/>
          </a:solidFill>
          <a:latin typeface="+mn-lt"/>
          <a:cs typeface="+mn-cs"/>
        </a:defRPr>
      </a:lvl8pPr>
      <a:lvl9pPr marL="3352800" indent="-303213" algn="l" rtl="0" eaLnBrk="1" fontAlgn="base" hangingPunct="1">
        <a:spcBef>
          <a:spcPct val="0"/>
        </a:spcBef>
        <a:spcAft>
          <a:spcPct val="0"/>
        </a:spcAft>
        <a:buFont typeface="Times" pitchFamily="18" charset="0"/>
        <a:buChar char="•"/>
        <a:defRPr sz="1600" i="1">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6"/>
          <p:cNvSpPr>
            <a:spLocks noGrp="1"/>
          </p:cNvSpPr>
          <p:nvPr>
            <p:ph type="ctrTitle"/>
          </p:nvPr>
        </p:nvSpPr>
        <p:spPr>
          <a:xfrm>
            <a:off x="468313" y="1654175"/>
            <a:ext cx="3024187" cy="1458913"/>
          </a:xfrm>
        </p:spPr>
        <p:txBody>
          <a:bodyPr/>
          <a:lstStyle/>
          <a:p>
            <a:r>
              <a:rPr lang="it-IT" altLang="en-US" dirty="0"/>
              <a:t>N</a:t>
            </a:r>
            <a:r>
              <a:rPr lang="en-GB" altLang="en-US" dirty="0"/>
              <a:t>MP Invoice Checker </a:t>
            </a:r>
          </a:p>
        </p:txBody>
      </p:sp>
      <p:sp>
        <p:nvSpPr>
          <p:cNvPr id="24579" name="Subtitle 8"/>
          <p:cNvSpPr>
            <a:spLocks noGrp="1"/>
          </p:cNvSpPr>
          <p:nvPr>
            <p:ph type="subTitle" idx="4294967295"/>
          </p:nvPr>
        </p:nvSpPr>
        <p:spPr>
          <a:xfrm>
            <a:off x="468313" y="3233738"/>
            <a:ext cx="2663825" cy="1025525"/>
          </a:xfrm>
        </p:spPr>
        <p:txBody>
          <a:bodyPr/>
          <a:lstStyle/>
          <a:p>
            <a:pPr eaLnBrk="1" hangingPunct="1">
              <a:lnSpc>
                <a:spcPts val="2400"/>
              </a:lnSpc>
            </a:pPr>
            <a:r>
              <a:rPr lang="en-GB" sz="2000" noProof="0" dirty="0">
                <a:solidFill>
                  <a:schemeClr val="tx2"/>
                </a:solidFill>
              </a:rPr>
              <a:t>Optimized invoice control through ML  </a:t>
            </a:r>
          </a:p>
        </p:txBody>
      </p:sp>
      <p:pic>
        <p:nvPicPr>
          <p:cNvPr id="13" name="Picture Placeholder 12"/>
          <p:cNvPicPr>
            <a:picLocks noGrp="1" noChangeAspect="1"/>
          </p:cNvPicPr>
          <p:nvPr>
            <p:ph type="pic" sz="quarter" idx="22"/>
          </p:nvPr>
        </p:nvPicPr>
        <p:blipFill rotWithShape="1">
          <a:blip r:embed="rId2">
            <a:extLst>
              <a:ext uri="{28A0092B-C50C-407E-A947-70E740481C1C}">
                <a14:useLocalDpi xmlns:a14="http://schemas.microsoft.com/office/drawing/2010/main" val="0"/>
              </a:ext>
            </a:extLst>
          </a:blip>
          <a:srcRect l="-48744" t="-184" r="-18775" b="-506"/>
          <a:stretch/>
        </p:blipFill>
        <p:spPr>
          <a:xfrm>
            <a:off x="3600450" y="173036"/>
            <a:ext cx="5543550" cy="4167188"/>
          </a:xfrm>
        </p:spPr>
      </p:pic>
      <p:sp>
        <p:nvSpPr>
          <p:cNvPr id="24581" name="Text Placeholder 7"/>
          <p:cNvSpPr>
            <a:spLocks noGrp="1"/>
          </p:cNvSpPr>
          <p:nvPr>
            <p:ph type="body" sz="quarter" idx="4294967295"/>
          </p:nvPr>
        </p:nvSpPr>
        <p:spPr>
          <a:xfrm>
            <a:off x="3600450" y="4408488"/>
            <a:ext cx="5183188" cy="665162"/>
          </a:xfrm>
        </p:spPr>
        <p:txBody>
          <a:bodyPr anchor="ctr"/>
          <a:lstStyle/>
          <a:p>
            <a:pPr algn="r" eaLnBrk="1" hangingPunct="1">
              <a:spcBef>
                <a:spcPct val="0"/>
              </a:spcBef>
            </a:pPr>
            <a:r>
              <a:rPr lang="en-GB" altLang="en-US" sz="1800" b="1" dirty="0">
                <a:solidFill>
                  <a:srgbClr val="003299"/>
                </a:solidFill>
              </a:rPr>
              <a:t>Elia Landini </a:t>
            </a:r>
          </a:p>
          <a:p>
            <a:pPr algn="r" eaLnBrk="1" hangingPunct="1">
              <a:spcBef>
                <a:spcPct val="0"/>
              </a:spcBef>
            </a:pPr>
            <a:r>
              <a:rPr lang="en-GB" altLang="en-US" sz="1800" dirty="0">
                <a:solidFill>
                  <a:srgbClr val="003299"/>
                </a:solidFill>
              </a:rPr>
              <a:t>PRE/Corporate Real Estate</a:t>
            </a:r>
          </a:p>
        </p:txBody>
      </p:sp>
      <p:sp>
        <p:nvSpPr>
          <p:cNvPr id="24584" name="DocumentStatus"/>
          <p:cNvSpPr txBox="1">
            <a:spLocks noChangeArrowheads="1"/>
          </p:cNvSpPr>
          <p:nvPr/>
        </p:nvSpPr>
        <p:spPr bwMode="auto">
          <a:xfrm>
            <a:off x="6875463" y="234950"/>
            <a:ext cx="1908175"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30000"/>
              </a:spcBef>
              <a:buClr>
                <a:schemeClr val="tx2"/>
              </a:buClr>
              <a:defRPr sz="2200">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buFont typeface="Times" pitchFamily="18" charset="0"/>
              <a:defRPr sz="1600" i="1">
                <a:solidFill>
                  <a:schemeClr val="tx1"/>
                </a:solidFill>
                <a:latin typeface="Arial" pitchFamily="34" charset="0"/>
                <a:cs typeface="Arial" pitchFamily="34" charset="0"/>
              </a:defRPr>
            </a:lvl5pPr>
            <a:lvl6pPr marL="2514600" indent="-228600" eaLnBrk="0" fontAlgn="base" hangingPunct="0">
              <a:spcBef>
                <a:spcPct val="0"/>
              </a:spcBef>
              <a:spcAft>
                <a:spcPct val="0"/>
              </a:spcAft>
              <a:buFont typeface="Times" pitchFamily="18" charset="0"/>
              <a:defRPr sz="1600" i="1">
                <a:solidFill>
                  <a:schemeClr val="tx1"/>
                </a:solidFill>
                <a:latin typeface="Arial" pitchFamily="34" charset="0"/>
                <a:cs typeface="Arial" pitchFamily="34" charset="0"/>
              </a:defRPr>
            </a:lvl6pPr>
            <a:lvl7pPr marL="2971800" indent="-228600" eaLnBrk="0" fontAlgn="base" hangingPunct="0">
              <a:spcBef>
                <a:spcPct val="0"/>
              </a:spcBef>
              <a:spcAft>
                <a:spcPct val="0"/>
              </a:spcAft>
              <a:buFont typeface="Times" pitchFamily="18" charset="0"/>
              <a:defRPr sz="1600" i="1">
                <a:solidFill>
                  <a:schemeClr val="tx1"/>
                </a:solidFill>
                <a:latin typeface="Arial" pitchFamily="34" charset="0"/>
                <a:cs typeface="Arial" pitchFamily="34" charset="0"/>
              </a:defRPr>
            </a:lvl7pPr>
            <a:lvl8pPr marL="3429000" indent="-228600" eaLnBrk="0" fontAlgn="base" hangingPunct="0">
              <a:spcBef>
                <a:spcPct val="0"/>
              </a:spcBef>
              <a:spcAft>
                <a:spcPct val="0"/>
              </a:spcAft>
              <a:buFont typeface="Times" pitchFamily="18" charset="0"/>
              <a:defRPr sz="1600" i="1">
                <a:solidFill>
                  <a:schemeClr val="tx1"/>
                </a:solidFill>
                <a:latin typeface="Arial" pitchFamily="34" charset="0"/>
                <a:cs typeface="Arial" pitchFamily="34" charset="0"/>
              </a:defRPr>
            </a:lvl8pPr>
            <a:lvl9pPr marL="3886200" indent="-228600" eaLnBrk="0" fontAlgn="base" hangingPunct="0">
              <a:spcBef>
                <a:spcPct val="0"/>
              </a:spcBef>
              <a:spcAft>
                <a:spcPct val="0"/>
              </a:spcAft>
              <a:buFont typeface="Times" pitchFamily="18" charset="0"/>
              <a:defRPr sz="1600" i="1">
                <a:solidFill>
                  <a:schemeClr val="tx1"/>
                </a:solidFill>
                <a:latin typeface="Arial" pitchFamily="34" charset="0"/>
                <a:cs typeface="Arial" pitchFamily="34" charset="0"/>
              </a:defRPr>
            </a:lvl9pPr>
          </a:lstStyle>
          <a:p>
            <a:pPr algn="r" eaLnBrk="1" hangingPunct="1">
              <a:spcBef>
                <a:spcPct val="0"/>
              </a:spcBef>
              <a:buClrTx/>
            </a:pPr>
            <a:r>
              <a:rPr lang="en-GB" altLang="en-US" sz="700" b="1">
                <a:solidFill>
                  <a:schemeClr val="bg1"/>
                </a:solidFill>
              </a:rPr>
              <a:t>[Please select]</a:t>
            </a:r>
          </a:p>
        </p:txBody>
      </p:sp>
      <p:sp>
        <p:nvSpPr>
          <p:cNvPr id="24585" name="Text Placeholder 7"/>
          <p:cNvSpPr>
            <a:spLocks noGrp="1"/>
          </p:cNvSpPr>
          <p:nvPr>
            <p:ph type="body" sz="quarter" idx="4294967295"/>
          </p:nvPr>
        </p:nvSpPr>
        <p:spPr>
          <a:xfrm>
            <a:off x="468313" y="4408488"/>
            <a:ext cx="2543175" cy="666750"/>
          </a:xfrm>
        </p:spPr>
        <p:txBody>
          <a:bodyPr anchor="ctr"/>
          <a:lstStyle/>
          <a:p>
            <a:pPr eaLnBrk="1" hangingPunct="1">
              <a:spcBef>
                <a:spcPct val="0"/>
              </a:spcBef>
            </a:pPr>
            <a:r>
              <a:rPr lang="en-GB" altLang="en-US" sz="1600" b="1" dirty="0">
                <a:solidFill>
                  <a:schemeClr val="bg1"/>
                </a:solidFill>
              </a:rPr>
              <a:t>08/05/2025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06E33AB-1425-E15A-D15D-0C8C012ABFE3}"/>
              </a:ext>
            </a:extLst>
          </p:cNvPr>
          <p:cNvPicPr>
            <a:picLocks noChangeAspect="1"/>
          </p:cNvPicPr>
          <p:nvPr/>
        </p:nvPicPr>
        <p:blipFill>
          <a:blip r:embed="rId3" cstate="print">
            <a:alphaModFix/>
            <a:extLst>
              <a:ext uri="{28A0092B-C50C-407E-A947-70E740481C1C}">
                <a14:useLocalDpi xmlns:a14="http://schemas.microsoft.com/office/drawing/2010/main" val="0"/>
              </a:ext>
            </a:extLst>
          </a:blip>
          <a:stretch>
            <a:fillRect/>
          </a:stretch>
        </p:blipFill>
        <p:spPr>
          <a:xfrm>
            <a:off x="4839287" y="35967"/>
            <a:ext cx="3734971" cy="4662642"/>
          </a:xfrm>
          <a:prstGeom prst="rect">
            <a:avLst/>
          </a:prstGeom>
        </p:spPr>
      </p:pic>
      <p:cxnSp>
        <p:nvCxnSpPr>
          <p:cNvPr id="27650" name="Straight Connector 1"/>
          <p:cNvCxnSpPr>
            <a:cxnSpLocks noChangeShapeType="1"/>
          </p:cNvCxnSpPr>
          <p:nvPr/>
        </p:nvCxnSpPr>
        <p:spPr bwMode="auto">
          <a:xfrm>
            <a:off x="0" y="0"/>
            <a:ext cx="914400" cy="0"/>
          </a:xfrm>
          <a:prstGeom prst="line">
            <a:avLst/>
          </a:prstGeom>
          <a:noFill/>
          <a:ln w="0" algn="ctr">
            <a:solidFill>
              <a:srgbClr val="FB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algn="ctr" rotWithShape="0">
                    <a:srgbClr val="808080"/>
                  </a:outerShdw>
                </a:effectLst>
              </a14:hiddenEffects>
            </a:ext>
          </a:extLst>
        </p:spPr>
      </p:cxnSp>
      <p:sp>
        <p:nvSpPr>
          <p:cNvPr id="28675" name="Title 1"/>
          <p:cNvSpPr>
            <a:spLocks noGrp="1"/>
          </p:cNvSpPr>
          <p:nvPr>
            <p:ph type="title"/>
          </p:nvPr>
        </p:nvSpPr>
        <p:spPr>
          <a:xfrm>
            <a:off x="468313" y="411163"/>
            <a:ext cx="3024187" cy="2268537"/>
          </a:xfrm>
        </p:spPr>
        <p:txBody>
          <a:bodyPr/>
          <a:lstStyle/>
          <a:p>
            <a:pPr eaLnBrk="1" hangingPunct="1">
              <a:lnSpc>
                <a:spcPts val="2800"/>
              </a:lnSpc>
              <a:defRPr/>
            </a:pPr>
            <a:r>
              <a:rPr lang="en-US" b="1" dirty="0"/>
              <a:t>BUSINESS CASE</a:t>
            </a:r>
          </a:p>
        </p:txBody>
      </p:sp>
      <p:sp>
        <p:nvSpPr>
          <p:cNvPr id="27653" name="Slide Number Placeholder 4"/>
          <p:cNvSpPr>
            <a:spLocks noGrp="1"/>
          </p:cNvSpPr>
          <p:nvPr>
            <p:ph type="sldNum" sz="quarter" idx="10"/>
          </p:nvPr>
        </p:nvSpPr>
        <p:spPr bwMode="auto">
          <a:xfrm>
            <a:off x="4357688" y="4857750"/>
            <a:ext cx="414337" cy="136525"/>
          </a:xfrm>
          <a:noFill/>
        </p:spPr>
        <p:txBody>
          <a:bodyPr vert="horz" wrap="square" numCol="1" anchorCtr="0" compatLnSpc="1">
            <a:prstTxWarp prst="textNoShape">
              <a:avLst/>
            </a:prstTxWarp>
          </a:bodyPr>
          <a:lstStyle>
            <a:lvl1pPr eaLnBrk="0" hangingPunct="0">
              <a:spcBef>
                <a:spcPct val="30000"/>
              </a:spcBef>
              <a:buClr>
                <a:schemeClr val="tx2"/>
              </a:buClr>
              <a:defRPr sz="2200">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buFont typeface="Times" pitchFamily="18" charset="0"/>
              <a:defRPr sz="1600" i="1">
                <a:solidFill>
                  <a:schemeClr val="tx1"/>
                </a:solidFill>
                <a:latin typeface="Arial" pitchFamily="34" charset="0"/>
                <a:cs typeface="Arial" pitchFamily="34" charset="0"/>
              </a:defRPr>
            </a:lvl5pPr>
            <a:lvl6pPr marL="2514600" indent="-228600" eaLnBrk="0" fontAlgn="base" hangingPunct="0">
              <a:spcBef>
                <a:spcPct val="0"/>
              </a:spcBef>
              <a:spcAft>
                <a:spcPct val="0"/>
              </a:spcAft>
              <a:buFont typeface="Times" pitchFamily="18" charset="0"/>
              <a:defRPr sz="1600" i="1">
                <a:solidFill>
                  <a:schemeClr val="tx1"/>
                </a:solidFill>
                <a:latin typeface="Arial" pitchFamily="34" charset="0"/>
                <a:cs typeface="Arial" pitchFamily="34" charset="0"/>
              </a:defRPr>
            </a:lvl6pPr>
            <a:lvl7pPr marL="2971800" indent="-228600" eaLnBrk="0" fontAlgn="base" hangingPunct="0">
              <a:spcBef>
                <a:spcPct val="0"/>
              </a:spcBef>
              <a:spcAft>
                <a:spcPct val="0"/>
              </a:spcAft>
              <a:buFont typeface="Times" pitchFamily="18" charset="0"/>
              <a:defRPr sz="1600" i="1">
                <a:solidFill>
                  <a:schemeClr val="tx1"/>
                </a:solidFill>
                <a:latin typeface="Arial" pitchFamily="34" charset="0"/>
                <a:cs typeface="Arial" pitchFamily="34" charset="0"/>
              </a:defRPr>
            </a:lvl7pPr>
            <a:lvl8pPr marL="3429000" indent="-228600" eaLnBrk="0" fontAlgn="base" hangingPunct="0">
              <a:spcBef>
                <a:spcPct val="0"/>
              </a:spcBef>
              <a:spcAft>
                <a:spcPct val="0"/>
              </a:spcAft>
              <a:buFont typeface="Times" pitchFamily="18" charset="0"/>
              <a:defRPr sz="1600" i="1">
                <a:solidFill>
                  <a:schemeClr val="tx1"/>
                </a:solidFill>
                <a:latin typeface="Arial" pitchFamily="34" charset="0"/>
                <a:cs typeface="Arial" pitchFamily="34" charset="0"/>
              </a:defRPr>
            </a:lvl8pPr>
            <a:lvl9pPr marL="3886200" indent="-228600" eaLnBrk="0" fontAlgn="base" hangingPunct="0">
              <a:spcBef>
                <a:spcPct val="0"/>
              </a:spcBef>
              <a:spcAft>
                <a:spcPct val="0"/>
              </a:spcAft>
              <a:buFont typeface="Times" pitchFamily="18" charset="0"/>
              <a:defRPr sz="1600" i="1">
                <a:solidFill>
                  <a:schemeClr val="tx1"/>
                </a:solidFill>
                <a:latin typeface="Arial" pitchFamily="34" charset="0"/>
                <a:cs typeface="Arial" pitchFamily="34" charset="0"/>
              </a:defRPr>
            </a:lvl9pPr>
          </a:lstStyle>
          <a:p>
            <a:pPr eaLnBrk="1" hangingPunct="1">
              <a:lnSpc>
                <a:spcPct val="100000"/>
              </a:lnSpc>
              <a:spcBef>
                <a:spcPct val="0"/>
              </a:spcBef>
              <a:buClrTx/>
            </a:pPr>
            <a:fld id="{1A7A57A5-91E2-41D1-9B0E-BB5CA890A089}" type="slidenum">
              <a:rPr altLang="en-US" sz="900" smtClean="0">
                <a:solidFill>
                  <a:schemeClr val="bg1"/>
                </a:solidFill>
                <a:ea typeface="ヒラギノ角ゴ Pro W3"/>
                <a:cs typeface="ヒラギノ角ゴ Pro W3"/>
              </a:rPr>
              <a:pPr eaLnBrk="1" hangingPunct="1">
                <a:lnSpc>
                  <a:spcPct val="100000"/>
                </a:lnSpc>
                <a:spcBef>
                  <a:spcPct val="0"/>
                </a:spcBef>
                <a:buClrTx/>
              </a:pPr>
              <a:t>2</a:t>
            </a:fld>
            <a:endParaRPr altLang="en-US" sz="900">
              <a:solidFill>
                <a:schemeClr val="bg1"/>
              </a:solidFill>
              <a:ea typeface="ヒラギノ角ゴ Pro W3"/>
              <a:cs typeface="ヒラギノ角ゴ Pro W3"/>
            </a:endParaRPr>
          </a:p>
        </p:txBody>
      </p:sp>
      <p:sp>
        <p:nvSpPr>
          <p:cNvPr id="5" name="TextBox 4">
            <a:extLst>
              <a:ext uri="{FF2B5EF4-FFF2-40B4-BE49-F238E27FC236}">
                <a16:creationId xmlns:a16="http://schemas.microsoft.com/office/drawing/2014/main" id="{F03CABB3-6E74-EDEA-3F1C-26F12A70FE44}"/>
              </a:ext>
            </a:extLst>
          </p:cNvPr>
          <p:cNvSpPr txBox="1"/>
          <p:nvPr/>
        </p:nvSpPr>
        <p:spPr>
          <a:xfrm>
            <a:off x="380215" y="1125200"/>
            <a:ext cx="3326621" cy="2893100"/>
          </a:xfrm>
          <a:prstGeom prst="rect">
            <a:avLst/>
          </a:prstGeom>
          <a:noFill/>
        </p:spPr>
        <p:txBody>
          <a:bodyPr wrap="square">
            <a:spAutoFit/>
          </a:bodyPr>
          <a:lstStyle/>
          <a:p>
            <a:pPr>
              <a:buNone/>
            </a:pPr>
            <a:r>
              <a:rPr lang="en-GB" sz="1400" dirty="0"/>
              <a:t>The ECB manages an </a:t>
            </a:r>
            <a:r>
              <a:rPr lang="en-GB" sz="1400" b="1" dirty="0">
                <a:solidFill>
                  <a:srgbClr val="003299"/>
                </a:solidFill>
              </a:rPr>
              <a:t>extensive</a:t>
            </a:r>
            <a:r>
              <a:rPr lang="en-GB" sz="1400" dirty="0"/>
              <a:t> and complex real estate portfolio across multiple jurisdictions. Periodically the respective property managers provide a control sheet presenting a global overview of the respective invoices that has been processed throughout the reference period. The CRE team is in charge of initiating the verification workflow and this latter has historically been handled </a:t>
            </a:r>
            <a:r>
              <a:rPr lang="en-GB" sz="1400" b="1" dirty="0">
                <a:solidFill>
                  <a:srgbClr val="003299"/>
                </a:solidFill>
              </a:rPr>
              <a:t>manually</a:t>
            </a:r>
            <a:r>
              <a:rPr lang="en-GB" sz="1400" b="1" dirty="0"/>
              <a:t>, </a:t>
            </a:r>
            <a:r>
              <a:rPr lang="en-GB" sz="1400" dirty="0"/>
              <a:t>depending on the approach of individual property managers.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B916859F-7004-5AF3-31EB-1E97424B8B0A}"/>
              </a:ext>
            </a:extLst>
          </p:cNvPr>
          <p:cNvGrpSpPr/>
          <p:nvPr/>
        </p:nvGrpSpPr>
        <p:grpSpPr>
          <a:xfrm>
            <a:off x="0" y="-1"/>
            <a:ext cx="9144000" cy="4740813"/>
            <a:chOff x="0" y="0"/>
            <a:chExt cx="9153000" cy="5143500"/>
          </a:xfrm>
        </p:grpSpPr>
        <p:sp>
          <p:nvSpPr>
            <p:cNvPr id="6" name="Rectangle 5">
              <a:extLst>
                <a:ext uri="{FF2B5EF4-FFF2-40B4-BE49-F238E27FC236}">
                  <a16:creationId xmlns:a16="http://schemas.microsoft.com/office/drawing/2014/main" id="{A4F4E28B-85B8-D235-544D-6F9D42D0562D}"/>
                </a:ext>
              </a:extLst>
            </p:cNvPr>
            <p:cNvSpPr/>
            <p:nvPr/>
          </p:nvSpPr>
          <p:spPr>
            <a:xfrm>
              <a:off x="0" y="0"/>
              <a:ext cx="3051000" cy="5143500"/>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3695E67E-2584-D942-7876-5B1758ACFE38}"/>
                </a:ext>
              </a:extLst>
            </p:cNvPr>
            <p:cNvSpPr/>
            <p:nvPr/>
          </p:nvSpPr>
          <p:spPr>
            <a:xfrm>
              <a:off x="3051000" y="0"/>
              <a:ext cx="3051000" cy="51435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1063EB0C-8A71-85BC-87BD-EE70735C4E0F}"/>
                </a:ext>
              </a:extLst>
            </p:cNvPr>
            <p:cNvSpPr/>
            <p:nvPr/>
          </p:nvSpPr>
          <p:spPr>
            <a:xfrm>
              <a:off x="6102000" y="0"/>
              <a:ext cx="3051000" cy="5143500"/>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lowchart: Connector 8">
              <a:extLst>
                <a:ext uri="{FF2B5EF4-FFF2-40B4-BE49-F238E27FC236}">
                  <a16:creationId xmlns:a16="http://schemas.microsoft.com/office/drawing/2014/main" id="{736C6E78-58E4-BDC3-62FF-DDA3B0565D2B}"/>
                </a:ext>
              </a:extLst>
            </p:cNvPr>
            <p:cNvSpPr/>
            <p:nvPr/>
          </p:nvSpPr>
          <p:spPr>
            <a:xfrm>
              <a:off x="962531" y="523860"/>
              <a:ext cx="1125940" cy="1125940"/>
            </a:xfrm>
            <a:prstGeom prst="flowChartConnector">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lowchart: Connector 9">
              <a:extLst>
                <a:ext uri="{FF2B5EF4-FFF2-40B4-BE49-F238E27FC236}">
                  <a16:creationId xmlns:a16="http://schemas.microsoft.com/office/drawing/2014/main" id="{56B4137B-8248-E766-B6E0-B21C6B094EAB}"/>
                </a:ext>
              </a:extLst>
            </p:cNvPr>
            <p:cNvSpPr/>
            <p:nvPr/>
          </p:nvSpPr>
          <p:spPr>
            <a:xfrm>
              <a:off x="3919594" y="523860"/>
              <a:ext cx="1125940" cy="1125940"/>
            </a:xfrm>
            <a:prstGeom prst="flowChartConnector">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lowchart: Connector 10">
              <a:extLst>
                <a:ext uri="{FF2B5EF4-FFF2-40B4-BE49-F238E27FC236}">
                  <a16:creationId xmlns:a16="http://schemas.microsoft.com/office/drawing/2014/main" id="{D931267D-9AD6-D585-41C7-5DBAA97E1457}"/>
                </a:ext>
              </a:extLst>
            </p:cNvPr>
            <p:cNvSpPr/>
            <p:nvPr/>
          </p:nvSpPr>
          <p:spPr>
            <a:xfrm>
              <a:off x="7055530" y="523860"/>
              <a:ext cx="1125940" cy="1125940"/>
            </a:xfrm>
            <a:prstGeom prst="flowChartConnector">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11" descr="Blueprint with solid fill">
              <a:extLst>
                <a:ext uri="{FF2B5EF4-FFF2-40B4-BE49-F238E27FC236}">
                  <a16:creationId xmlns:a16="http://schemas.microsoft.com/office/drawing/2014/main" id="{B4457565-10D8-B6D0-7AE6-B09E182A94ED}"/>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5711" y="641282"/>
              <a:ext cx="819579" cy="888320"/>
            </a:xfrm>
            <a:prstGeom prst="rect">
              <a:avLst/>
            </a:prstGeom>
          </p:spPr>
        </p:pic>
        <p:pic>
          <p:nvPicPr>
            <p:cNvPr id="13" name="Graphic 12" descr="Folder Search with solid fill">
              <a:extLst>
                <a:ext uri="{FF2B5EF4-FFF2-40B4-BE49-F238E27FC236}">
                  <a16:creationId xmlns:a16="http://schemas.microsoft.com/office/drawing/2014/main" id="{62B6EBEA-D545-42D1-9F06-A0892271842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155785" y="743928"/>
              <a:ext cx="685800" cy="685800"/>
            </a:xfrm>
            <a:prstGeom prst="rect">
              <a:avLst/>
            </a:prstGeom>
          </p:spPr>
        </p:pic>
        <p:pic>
          <p:nvPicPr>
            <p:cNvPr id="14" name="Graphic 13" descr="Artificial Intelligence with solid fill">
              <a:extLst>
                <a:ext uri="{FF2B5EF4-FFF2-40B4-BE49-F238E27FC236}">
                  <a16:creationId xmlns:a16="http://schemas.microsoft.com/office/drawing/2014/main" id="{D9BCBF9E-A164-9FEE-BF72-3CF34D3F557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281336" y="690999"/>
              <a:ext cx="685800" cy="685800"/>
            </a:xfrm>
            <a:prstGeom prst="rect">
              <a:avLst/>
            </a:prstGeom>
          </p:spPr>
        </p:pic>
        <p:sp>
          <p:nvSpPr>
            <p:cNvPr id="15" name="TextBox 14">
              <a:extLst>
                <a:ext uri="{FF2B5EF4-FFF2-40B4-BE49-F238E27FC236}">
                  <a16:creationId xmlns:a16="http://schemas.microsoft.com/office/drawing/2014/main" id="{85CB5C66-AC43-3A88-B477-5C3B83C28274}"/>
                </a:ext>
              </a:extLst>
            </p:cNvPr>
            <p:cNvSpPr txBox="1"/>
            <p:nvPr/>
          </p:nvSpPr>
          <p:spPr>
            <a:xfrm>
              <a:off x="330159" y="1826695"/>
              <a:ext cx="2943799" cy="400703"/>
            </a:xfrm>
            <a:prstGeom prst="rect">
              <a:avLst/>
            </a:prstGeom>
            <a:noFill/>
          </p:spPr>
          <p:txBody>
            <a:bodyPr wrap="square" rtlCol="0">
              <a:spAutoFit/>
            </a:bodyPr>
            <a:lstStyle>
              <a:defPPr>
                <a:defRPr lang="en-US"/>
              </a:defPPr>
              <a:lvl1pPr>
                <a:defRPr sz="3200" b="1">
                  <a:solidFill>
                    <a:schemeClr val="bg1"/>
                  </a:solidFill>
                  <a:latin typeface="Avenir Next LT Pro" panose="020B0504020202020204" pitchFamily="34" charset="0"/>
                  <a:ea typeface="ADLaM Display" panose="020F0502020204030204" pitchFamily="2" charset="0"/>
                  <a:cs typeface="Times New Roman" panose="02020603050405020304" pitchFamily="18" charset="0"/>
                </a:defRPr>
              </a:lvl1pPr>
            </a:lstStyle>
            <a:p>
              <a:r>
                <a:rPr lang="en-GB" sz="1800" dirty="0"/>
                <a:t>PROJECT-OVERVIEW </a:t>
              </a:r>
            </a:p>
          </p:txBody>
        </p:sp>
        <p:sp>
          <p:nvSpPr>
            <p:cNvPr id="16" name="TextBox 15">
              <a:extLst>
                <a:ext uri="{FF2B5EF4-FFF2-40B4-BE49-F238E27FC236}">
                  <a16:creationId xmlns:a16="http://schemas.microsoft.com/office/drawing/2014/main" id="{61B3ECFE-2195-02C1-96CD-49EDA6037947}"/>
                </a:ext>
              </a:extLst>
            </p:cNvPr>
            <p:cNvSpPr txBox="1"/>
            <p:nvPr/>
          </p:nvSpPr>
          <p:spPr>
            <a:xfrm>
              <a:off x="6671089" y="1803146"/>
              <a:ext cx="2384946" cy="400703"/>
            </a:xfrm>
            <a:prstGeom prst="rect">
              <a:avLst/>
            </a:prstGeom>
            <a:noFill/>
          </p:spPr>
          <p:txBody>
            <a:bodyPr wrap="square" rtlCol="0">
              <a:spAutoFit/>
            </a:bodyPr>
            <a:lstStyle/>
            <a:p>
              <a:r>
                <a:rPr lang="en-GB" b="1" dirty="0">
                  <a:solidFill>
                    <a:schemeClr val="bg1"/>
                  </a:solidFill>
                  <a:latin typeface="Avenir Next LT Pro" panose="020B0504020202020204" pitchFamily="34" charset="0"/>
                  <a:ea typeface="ADLaM Display" panose="020F0502020204030204" pitchFamily="2" charset="0"/>
                  <a:cs typeface="Times New Roman" panose="02020603050405020304" pitchFamily="18" charset="0"/>
                </a:rPr>
                <a:t>KEY FEATURES </a:t>
              </a:r>
            </a:p>
          </p:txBody>
        </p:sp>
        <p:sp>
          <p:nvSpPr>
            <p:cNvPr id="17" name="TextBox 16">
              <a:extLst>
                <a:ext uri="{FF2B5EF4-FFF2-40B4-BE49-F238E27FC236}">
                  <a16:creationId xmlns:a16="http://schemas.microsoft.com/office/drawing/2014/main" id="{DA618330-32B2-8DE5-CEE8-15F276E58BE6}"/>
                </a:ext>
              </a:extLst>
            </p:cNvPr>
            <p:cNvSpPr txBox="1"/>
            <p:nvPr/>
          </p:nvSpPr>
          <p:spPr>
            <a:xfrm>
              <a:off x="3620089" y="1824335"/>
              <a:ext cx="2384946" cy="400703"/>
            </a:xfrm>
            <a:prstGeom prst="rect">
              <a:avLst/>
            </a:prstGeom>
            <a:noFill/>
          </p:spPr>
          <p:txBody>
            <a:bodyPr wrap="square" rtlCol="0">
              <a:spAutoFit/>
            </a:bodyPr>
            <a:lstStyle/>
            <a:p>
              <a:r>
                <a:rPr lang="it-IT" b="1" dirty="0">
                  <a:solidFill>
                    <a:schemeClr val="bg1"/>
                  </a:solidFill>
                  <a:latin typeface="Avenir Next LT Pro" panose="020B0504020202020204" pitchFamily="34" charset="0"/>
                  <a:ea typeface="ADLaM Display" panose="020F0502020204030204" pitchFamily="2" charset="0"/>
                  <a:cs typeface="Times New Roman" panose="02020603050405020304" pitchFamily="18" charset="0"/>
                </a:rPr>
                <a:t>OBJECTIVES</a:t>
              </a:r>
              <a:endParaRPr lang="en-GB" b="1" dirty="0">
                <a:solidFill>
                  <a:schemeClr val="bg1"/>
                </a:solidFill>
                <a:latin typeface="Avenir Next LT Pro" panose="020B0504020202020204" pitchFamily="34" charset="0"/>
                <a:ea typeface="ADLaM Display" panose="020F0502020204030204" pitchFamily="2" charset="0"/>
                <a:cs typeface="Times New Roman" panose="02020603050405020304" pitchFamily="18" charset="0"/>
              </a:endParaRPr>
            </a:p>
          </p:txBody>
        </p:sp>
      </p:grpSp>
      <p:sp>
        <p:nvSpPr>
          <p:cNvPr id="4" name="Slide Number Placeholder 3">
            <a:extLst>
              <a:ext uri="{FF2B5EF4-FFF2-40B4-BE49-F238E27FC236}">
                <a16:creationId xmlns:a16="http://schemas.microsoft.com/office/drawing/2014/main" id="{A2BA4093-ADFB-1476-5E1B-DD1CF5781FD9}"/>
              </a:ext>
            </a:extLst>
          </p:cNvPr>
          <p:cNvSpPr>
            <a:spLocks noGrp="1"/>
          </p:cNvSpPr>
          <p:nvPr>
            <p:ph type="sldNum" sz="quarter" idx="10"/>
          </p:nvPr>
        </p:nvSpPr>
        <p:spPr/>
        <p:txBody>
          <a:bodyPr/>
          <a:lstStyle/>
          <a:p>
            <a:pPr>
              <a:defRPr/>
            </a:pPr>
            <a:fld id="{709D98C6-26D6-459A-841A-186F99F43B1C}" type="slidenum">
              <a:rPr lang="en-GB" smtClean="0"/>
              <a:pPr>
                <a:defRPr/>
              </a:pPr>
              <a:t>3</a:t>
            </a:fld>
            <a:endParaRPr lang="en-GB" dirty="0"/>
          </a:p>
        </p:txBody>
      </p:sp>
      <p:sp>
        <p:nvSpPr>
          <p:cNvPr id="18" name="TextBox 17">
            <a:extLst>
              <a:ext uri="{FF2B5EF4-FFF2-40B4-BE49-F238E27FC236}">
                <a16:creationId xmlns:a16="http://schemas.microsoft.com/office/drawing/2014/main" id="{C8A45C36-72BD-50FE-33F0-FAE4B84C8364}"/>
              </a:ext>
            </a:extLst>
          </p:cNvPr>
          <p:cNvSpPr txBox="1"/>
          <p:nvPr/>
        </p:nvSpPr>
        <p:spPr>
          <a:xfrm>
            <a:off x="301477" y="2211708"/>
            <a:ext cx="2667785" cy="1600438"/>
          </a:xfrm>
          <a:prstGeom prst="rect">
            <a:avLst/>
          </a:prstGeom>
          <a:noFill/>
        </p:spPr>
        <p:txBody>
          <a:bodyPr wrap="square">
            <a:spAutoFit/>
          </a:bodyPr>
          <a:lstStyle/>
          <a:p>
            <a:pPr>
              <a:buNone/>
            </a:pPr>
            <a:r>
              <a:rPr lang="en-GB" sz="1400" dirty="0">
                <a:solidFill>
                  <a:schemeClr val="bg1"/>
                </a:solidFill>
              </a:rPr>
              <a:t>The NMP Invoice Checker is a semi-automated, </a:t>
            </a:r>
            <a:r>
              <a:rPr lang="en-GB" sz="1400" dirty="0" err="1">
                <a:solidFill>
                  <a:schemeClr val="bg1"/>
                </a:solidFill>
              </a:rPr>
              <a:t>Streamlit</a:t>
            </a:r>
            <a:r>
              <a:rPr lang="en-GB" sz="1400" dirty="0">
                <a:solidFill>
                  <a:schemeClr val="bg1"/>
                </a:solidFill>
              </a:rPr>
              <a:t>-based application built to improve how the European Central Bank (ECB) verifies invoices within its vast real estate portfolio.</a:t>
            </a:r>
          </a:p>
        </p:txBody>
      </p:sp>
      <p:sp>
        <p:nvSpPr>
          <p:cNvPr id="19" name="TextBox 18">
            <a:extLst>
              <a:ext uri="{FF2B5EF4-FFF2-40B4-BE49-F238E27FC236}">
                <a16:creationId xmlns:a16="http://schemas.microsoft.com/office/drawing/2014/main" id="{4C2E76C0-D8C6-BE74-26B5-39FD809AE2C7}"/>
              </a:ext>
            </a:extLst>
          </p:cNvPr>
          <p:cNvSpPr txBox="1"/>
          <p:nvPr/>
        </p:nvSpPr>
        <p:spPr>
          <a:xfrm>
            <a:off x="3349477" y="2211708"/>
            <a:ext cx="2667785" cy="2031325"/>
          </a:xfrm>
          <a:prstGeom prst="rect">
            <a:avLst/>
          </a:prstGeom>
          <a:noFill/>
        </p:spPr>
        <p:txBody>
          <a:bodyPr wrap="square">
            <a:spAutoFit/>
          </a:bodyPr>
          <a:lstStyle/>
          <a:p>
            <a:pPr marL="285750" indent="-285750">
              <a:buFont typeface="Arial" panose="020B0604020202020204" pitchFamily="34" charset="0"/>
              <a:buChar char="•"/>
            </a:pPr>
            <a:r>
              <a:rPr lang="en-GB" sz="1400" b="1" dirty="0">
                <a:solidFill>
                  <a:schemeClr val="bg1"/>
                </a:solidFill>
              </a:rPr>
              <a:t>Automate</a:t>
            </a:r>
            <a:r>
              <a:rPr lang="en-GB" sz="1400" dirty="0">
                <a:solidFill>
                  <a:schemeClr val="bg1"/>
                </a:solidFill>
              </a:rPr>
              <a:t> invoice validation using rule-based logic and text processing</a:t>
            </a:r>
          </a:p>
          <a:p>
            <a:pPr marL="285750" indent="-285750">
              <a:buFont typeface="Arial" panose="020B0604020202020204" pitchFamily="34" charset="0"/>
              <a:buChar char="•"/>
            </a:pPr>
            <a:r>
              <a:rPr lang="en-GB" sz="1400" b="1" dirty="0">
                <a:solidFill>
                  <a:schemeClr val="bg1"/>
                </a:solidFill>
              </a:rPr>
              <a:t>Reduce</a:t>
            </a:r>
            <a:r>
              <a:rPr lang="en-GB" sz="1400" dirty="0">
                <a:solidFill>
                  <a:schemeClr val="bg1"/>
                </a:solidFill>
              </a:rPr>
              <a:t> human error and ensure high accuracy in invoice reconciliation</a:t>
            </a:r>
          </a:p>
          <a:p>
            <a:pPr marL="285750" indent="-285750">
              <a:buFont typeface="Arial" panose="020B0604020202020204" pitchFamily="34" charset="0"/>
              <a:buChar char="•"/>
            </a:pPr>
            <a:r>
              <a:rPr lang="en-GB" sz="1400" dirty="0">
                <a:solidFill>
                  <a:schemeClr val="bg1"/>
                </a:solidFill>
              </a:rPr>
              <a:t>Improve </a:t>
            </a:r>
            <a:r>
              <a:rPr lang="en-GB" sz="1400" b="1" dirty="0">
                <a:solidFill>
                  <a:schemeClr val="bg1"/>
                </a:solidFill>
              </a:rPr>
              <a:t>operational efficiency</a:t>
            </a:r>
            <a:r>
              <a:rPr lang="en-GB" sz="1400" dirty="0">
                <a:solidFill>
                  <a:schemeClr val="bg1"/>
                </a:solidFill>
              </a:rPr>
              <a:t> and </a:t>
            </a:r>
            <a:r>
              <a:rPr lang="en-GB" sz="1400" b="1" dirty="0">
                <a:solidFill>
                  <a:schemeClr val="bg1"/>
                </a:solidFill>
              </a:rPr>
              <a:t>handling time</a:t>
            </a:r>
            <a:r>
              <a:rPr lang="en-GB" sz="1400" dirty="0">
                <a:solidFill>
                  <a:schemeClr val="bg1"/>
                </a:solidFill>
              </a:rPr>
              <a:t> for CRE</a:t>
            </a:r>
          </a:p>
        </p:txBody>
      </p:sp>
      <p:sp>
        <p:nvSpPr>
          <p:cNvPr id="20" name="TextBox 19">
            <a:extLst>
              <a:ext uri="{FF2B5EF4-FFF2-40B4-BE49-F238E27FC236}">
                <a16:creationId xmlns:a16="http://schemas.microsoft.com/office/drawing/2014/main" id="{F4219A77-389F-0962-8446-38E4F5142B85}"/>
              </a:ext>
            </a:extLst>
          </p:cNvPr>
          <p:cNvSpPr txBox="1"/>
          <p:nvPr/>
        </p:nvSpPr>
        <p:spPr>
          <a:xfrm>
            <a:off x="6397477" y="2207007"/>
            <a:ext cx="2746523" cy="1815882"/>
          </a:xfrm>
          <a:prstGeom prst="rect">
            <a:avLst/>
          </a:prstGeom>
          <a:noFill/>
        </p:spPr>
        <p:txBody>
          <a:bodyPr wrap="square">
            <a:spAutoFit/>
          </a:bodyPr>
          <a:lstStyle/>
          <a:p>
            <a:pPr marL="285750" indent="-285750">
              <a:buFont typeface="Arial" panose="020B0604020202020204" pitchFamily="34" charset="0"/>
              <a:buChar char="•"/>
            </a:pPr>
            <a:r>
              <a:rPr lang="en-GB" sz="1400" b="1" dirty="0">
                <a:solidFill>
                  <a:schemeClr val="bg1"/>
                </a:solidFill>
              </a:rPr>
              <a:t>Upload</a:t>
            </a:r>
            <a:r>
              <a:rPr lang="en-GB" sz="1400" dirty="0">
                <a:solidFill>
                  <a:schemeClr val="bg1"/>
                </a:solidFill>
              </a:rPr>
              <a:t> control files (.xlsx/.csv)</a:t>
            </a:r>
          </a:p>
          <a:p>
            <a:pPr marL="285750" indent="-285750">
              <a:buFont typeface="Arial" panose="020B0604020202020204" pitchFamily="34" charset="0"/>
              <a:buChar char="•"/>
            </a:pPr>
            <a:r>
              <a:rPr lang="en-GB" sz="1400" b="1" dirty="0">
                <a:solidFill>
                  <a:schemeClr val="bg1"/>
                </a:solidFill>
              </a:rPr>
              <a:t>Extract &amp; tokenize </a:t>
            </a:r>
            <a:r>
              <a:rPr lang="en-GB" sz="1400" dirty="0">
                <a:solidFill>
                  <a:schemeClr val="bg1"/>
                </a:solidFill>
              </a:rPr>
              <a:t>text from PDF and scanned invoices</a:t>
            </a:r>
          </a:p>
          <a:p>
            <a:pPr marL="285750" indent="-285750">
              <a:buFont typeface="Arial" panose="020B0604020202020204" pitchFamily="34" charset="0"/>
              <a:buChar char="•"/>
            </a:pPr>
            <a:r>
              <a:rPr lang="en-GB" sz="1400" b="1" dirty="0">
                <a:solidFill>
                  <a:schemeClr val="bg1"/>
                </a:solidFill>
              </a:rPr>
              <a:t>Match</a:t>
            </a:r>
            <a:r>
              <a:rPr lang="en-GB" sz="1400" dirty="0">
                <a:solidFill>
                  <a:schemeClr val="bg1"/>
                </a:solidFill>
              </a:rPr>
              <a:t> invoice content to control datasets</a:t>
            </a:r>
          </a:p>
          <a:p>
            <a:pPr marL="285750" indent="-285750">
              <a:buFont typeface="Arial" panose="020B0604020202020204" pitchFamily="34" charset="0"/>
              <a:buChar char="•"/>
            </a:pPr>
            <a:r>
              <a:rPr lang="en-GB" sz="1400" dirty="0">
                <a:solidFill>
                  <a:schemeClr val="bg1"/>
                </a:solidFill>
              </a:rPr>
              <a:t>Provide validation dashboards</a:t>
            </a:r>
          </a:p>
        </p:txBody>
      </p:sp>
    </p:spTree>
    <p:extLst>
      <p:ext uri="{BB962C8B-B14F-4D97-AF65-F5344CB8AC3E}">
        <p14:creationId xmlns:p14="http://schemas.microsoft.com/office/powerpoint/2010/main" val="2087256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cxnSp>
        <p:nvCxnSpPr>
          <p:cNvPr id="29698" name="Straight Connector 1"/>
          <p:cNvCxnSpPr>
            <a:cxnSpLocks noChangeShapeType="1"/>
          </p:cNvCxnSpPr>
          <p:nvPr/>
        </p:nvCxnSpPr>
        <p:spPr bwMode="auto">
          <a:xfrm>
            <a:off x="0" y="0"/>
            <a:ext cx="914400" cy="0"/>
          </a:xfrm>
          <a:prstGeom prst="line">
            <a:avLst/>
          </a:prstGeom>
          <a:noFill/>
          <a:ln w="0" algn="ctr">
            <a:solidFill>
              <a:srgbClr val="FB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algn="ctr" rotWithShape="0">
                    <a:srgbClr val="808080"/>
                  </a:outerShdw>
                </a:effectLst>
              </a14:hiddenEffects>
            </a:ext>
          </a:extLst>
        </p:spPr>
      </p:cxnSp>
      <p:sp>
        <p:nvSpPr>
          <p:cNvPr id="29700" name="Slide Number Placeholder 3"/>
          <p:cNvSpPr>
            <a:spLocks noGrp="1"/>
          </p:cNvSpPr>
          <p:nvPr>
            <p:ph type="sldNum" sz="quarter" idx="10"/>
          </p:nvPr>
        </p:nvSpPr>
        <p:spPr bwMode="auto">
          <a:xfrm>
            <a:off x="4357688" y="4857750"/>
            <a:ext cx="414337" cy="136525"/>
          </a:xfrm>
          <a:noFill/>
        </p:spPr>
        <p:txBody>
          <a:bodyPr vert="horz" wrap="square" numCol="1" anchorCtr="0" compatLnSpc="1">
            <a:prstTxWarp prst="textNoShape">
              <a:avLst/>
            </a:prstTxWarp>
          </a:bodyPr>
          <a:lstStyle>
            <a:lvl1pPr eaLnBrk="0" hangingPunct="0">
              <a:spcBef>
                <a:spcPct val="30000"/>
              </a:spcBef>
              <a:buClr>
                <a:schemeClr val="tx2"/>
              </a:buClr>
              <a:defRPr sz="2200">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buFont typeface="Times" pitchFamily="18" charset="0"/>
              <a:defRPr sz="1600" i="1">
                <a:solidFill>
                  <a:schemeClr val="tx1"/>
                </a:solidFill>
                <a:latin typeface="Arial" pitchFamily="34" charset="0"/>
                <a:cs typeface="Arial" pitchFamily="34" charset="0"/>
              </a:defRPr>
            </a:lvl5pPr>
            <a:lvl6pPr marL="2514600" indent="-228600" eaLnBrk="0" fontAlgn="base" hangingPunct="0">
              <a:spcBef>
                <a:spcPct val="0"/>
              </a:spcBef>
              <a:spcAft>
                <a:spcPct val="0"/>
              </a:spcAft>
              <a:buFont typeface="Times" pitchFamily="18" charset="0"/>
              <a:defRPr sz="1600" i="1">
                <a:solidFill>
                  <a:schemeClr val="tx1"/>
                </a:solidFill>
                <a:latin typeface="Arial" pitchFamily="34" charset="0"/>
                <a:cs typeface="Arial" pitchFamily="34" charset="0"/>
              </a:defRPr>
            </a:lvl6pPr>
            <a:lvl7pPr marL="2971800" indent="-228600" eaLnBrk="0" fontAlgn="base" hangingPunct="0">
              <a:spcBef>
                <a:spcPct val="0"/>
              </a:spcBef>
              <a:spcAft>
                <a:spcPct val="0"/>
              </a:spcAft>
              <a:buFont typeface="Times" pitchFamily="18" charset="0"/>
              <a:defRPr sz="1600" i="1">
                <a:solidFill>
                  <a:schemeClr val="tx1"/>
                </a:solidFill>
                <a:latin typeface="Arial" pitchFamily="34" charset="0"/>
                <a:cs typeface="Arial" pitchFamily="34" charset="0"/>
              </a:defRPr>
            </a:lvl7pPr>
            <a:lvl8pPr marL="3429000" indent="-228600" eaLnBrk="0" fontAlgn="base" hangingPunct="0">
              <a:spcBef>
                <a:spcPct val="0"/>
              </a:spcBef>
              <a:spcAft>
                <a:spcPct val="0"/>
              </a:spcAft>
              <a:buFont typeface="Times" pitchFamily="18" charset="0"/>
              <a:defRPr sz="1600" i="1">
                <a:solidFill>
                  <a:schemeClr val="tx1"/>
                </a:solidFill>
                <a:latin typeface="Arial" pitchFamily="34" charset="0"/>
                <a:cs typeface="Arial" pitchFamily="34" charset="0"/>
              </a:defRPr>
            </a:lvl8pPr>
            <a:lvl9pPr marL="3886200" indent="-228600" eaLnBrk="0" fontAlgn="base" hangingPunct="0">
              <a:spcBef>
                <a:spcPct val="0"/>
              </a:spcBef>
              <a:spcAft>
                <a:spcPct val="0"/>
              </a:spcAft>
              <a:buFont typeface="Times" pitchFamily="18" charset="0"/>
              <a:defRPr sz="1600" i="1">
                <a:solidFill>
                  <a:schemeClr val="tx1"/>
                </a:solidFill>
                <a:latin typeface="Arial" pitchFamily="34" charset="0"/>
                <a:cs typeface="Arial" pitchFamily="34" charset="0"/>
              </a:defRPr>
            </a:lvl9pPr>
          </a:lstStyle>
          <a:p>
            <a:pPr eaLnBrk="1" hangingPunct="1">
              <a:lnSpc>
                <a:spcPct val="100000"/>
              </a:lnSpc>
              <a:spcBef>
                <a:spcPct val="0"/>
              </a:spcBef>
              <a:buClrTx/>
            </a:pPr>
            <a:fld id="{840C6AD5-6F6C-4333-998D-9E7F73CCF3B1}" type="slidenum">
              <a:rPr altLang="en-US" sz="900" smtClean="0">
                <a:solidFill>
                  <a:schemeClr val="bg1"/>
                </a:solidFill>
                <a:ea typeface="ヒラギノ角ゴ Pro W3"/>
                <a:cs typeface="ヒラギノ角ゴ Pro W3"/>
              </a:rPr>
              <a:pPr eaLnBrk="1" hangingPunct="1">
                <a:lnSpc>
                  <a:spcPct val="100000"/>
                </a:lnSpc>
                <a:spcBef>
                  <a:spcPct val="0"/>
                </a:spcBef>
                <a:buClrTx/>
              </a:pPr>
              <a:t>4</a:t>
            </a:fld>
            <a:endParaRPr altLang="en-US" sz="900">
              <a:solidFill>
                <a:schemeClr val="bg1"/>
              </a:solidFill>
              <a:ea typeface="ヒラギノ角ゴ Pro W3"/>
              <a:cs typeface="ヒラギノ角ゴ Pro W3"/>
            </a:endParaRPr>
          </a:p>
        </p:txBody>
      </p:sp>
      <p:sp>
        <p:nvSpPr>
          <p:cNvPr id="29703" name="Rectangle 4"/>
          <p:cNvSpPr txBox="1">
            <a:spLocks noChangeArrowheads="1"/>
          </p:cNvSpPr>
          <p:nvPr/>
        </p:nvSpPr>
        <p:spPr bwMode="auto">
          <a:xfrm>
            <a:off x="463551" y="411163"/>
            <a:ext cx="3894138" cy="635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eaLnBrk="0" hangingPunct="0">
              <a:spcBef>
                <a:spcPct val="30000"/>
              </a:spcBef>
              <a:buClr>
                <a:schemeClr val="tx2"/>
              </a:buClr>
              <a:defRPr sz="2200">
                <a:solidFill>
                  <a:schemeClr val="tx1"/>
                </a:solidFill>
                <a:latin typeface="Arial" pitchFamily="34" charset="0"/>
                <a:cs typeface="Arial" pitchFamily="34" charset="0"/>
              </a:defRPr>
            </a:lvl1pPr>
            <a:lvl2pPr marL="596900" indent="-296863" eaLnBrk="0" hangingPunct="0">
              <a:defRPr>
                <a:solidFill>
                  <a:schemeClr val="tx1"/>
                </a:solidFill>
                <a:latin typeface="Arial" pitchFamily="34" charset="0"/>
                <a:cs typeface="Arial" pitchFamily="34" charset="0"/>
              </a:defRPr>
            </a:lvl2pPr>
            <a:lvl3pPr marL="596900" indent="-315913" eaLnBrk="0" hangingPunct="0">
              <a:defRPr sz="1600">
                <a:solidFill>
                  <a:schemeClr val="tx1"/>
                </a:solidFill>
                <a:latin typeface="Arial" pitchFamily="34" charset="0"/>
                <a:cs typeface="Arial" pitchFamily="34" charset="0"/>
              </a:defRPr>
            </a:lvl3pPr>
            <a:lvl4pPr marL="1219200" indent="-303213" eaLnBrk="0" hangingPunct="0">
              <a:defRPr sz="1600">
                <a:solidFill>
                  <a:schemeClr val="tx1"/>
                </a:solidFill>
                <a:latin typeface="Arial" pitchFamily="34" charset="0"/>
                <a:cs typeface="Arial" pitchFamily="34" charset="0"/>
              </a:defRPr>
            </a:lvl4pPr>
            <a:lvl5pPr marL="1524000" indent="-303213" eaLnBrk="0" hangingPunct="0">
              <a:buFont typeface="Times" pitchFamily="18" charset="0"/>
              <a:defRPr sz="1600" i="1">
                <a:solidFill>
                  <a:schemeClr val="tx1"/>
                </a:solidFill>
                <a:latin typeface="Arial" pitchFamily="34" charset="0"/>
                <a:cs typeface="Arial" pitchFamily="34" charset="0"/>
              </a:defRPr>
            </a:lvl5pPr>
            <a:lvl6pPr marL="1981200" indent="-303213" eaLnBrk="0" fontAlgn="base" hangingPunct="0">
              <a:spcBef>
                <a:spcPct val="0"/>
              </a:spcBef>
              <a:spcAft>
                <a:spcPct val="0"/>
              </a:spcAft>
              <a:buFont typeface="Times" pitchFamily="18" charset="0"/>
              <a:defRPr sz="1600" i="1">
                <a:solidFill>
                  <a:schemeClr val="tx1"/>
                </a:solidFill>
                <a:latin typeface="Arial" pitchFamily="34" charset="0"/>
                <a:cs typeface="Arial" pitchFamily="34" charset="0"/>
              </a:defRPr>
            </a:lvl6pPr>
            <a:lvl7pPr marL="2438400" indent="-303213" eaLnBrk="0" fontAlgn="base" hangingPunct="0">
              <a:spcBef>
                <a:spcPct val="0"/>
              </a:spcBef>
              <a:spcAft>
                <a:spcPct val="0"/>
              </a:spcAft>
              <a:buFont typeface="Times" pitchFamily="18" charset="0"/>
              <a:defRPr sz="1600" i="1">
                <a:solidFill>
                  <a:schemeClr val="tx1"/>
                </a:solidFill>
                <a:latin typeface="Arial" pitchFamily="34" charset="0"/>
                <a:cs typeface="Arial" pitchFamily="34" charset="0"/>
              </a:defRPr>
            </a:lvl7pPr>
            <a:lvl8pPr marL="2895600" indent="-303213" eaLnBrk="0" fontAlgn="base" hangingPunct="0">
              <a:spcBef>
                <a:spcPct val="0"/>
              </a:spcBef>
              <a:spcAft>
                <a:spcPct val="0"/>
              </a:spcAft>
              <a:buFont typeface="Times" pitchFamily="18" charset="0"/>
              <a:defRPr sz="1600" i="1">
                <a:solidFill>
                  <a:schemeClr val="tx1"/>
                </a:solidFill>
                <a:latin typeface="Arial" pitchFamily="34" charset="0"/>
                <a:cs typeface="Arial" pitchFamily="34" charset="0"/>
              </a:defRPr>
            </a:lvl8pPr>
            <a:lvl9pPr marL="3352800" indent="-303213" eaLnBrk="0" fontAlgn="base" hangingPunct="0">
              <a:spcBef>
                <a:spcPct val="0"/>
              </a:spcBef>
              <a:spcAft>
                <a:spcPct val="0"/>
              </a:spcAft>
              <a:buFont typeface="Times" pitchFamily="18" charset="0"/>
              <a:defRPr sz="1600" i="1">
                <a:solidFill>
                  <a:schemeClr val="tx1"/>
                </a:solidFill>
                <a:latin typeface="Arial" pitchFamily="34" charset="0"/>
                <a:cs typeface="Arial" pitchFamily="34" charset="0"/>
              </a:defRPr>
            </a:lvl9pPr>
          </a:lstStyle>
          <a:p>
            <a:pPr eaLnBrk="1" hangingPunct="1">
              <a:lnSpc>
                <a:spcPts val="2800"/>
              </a:lnSpc>
              <a:spcBef>
                <a:spcPct val="0"/>
              </a:spcBef>
              <a:buClrTx/>
            </a:pPr>
            <a:r>
              <a:rPr lang="it-IT" altLang="en-US" sz="2800" b="1" dirty="0">
                <a:solidFill>
                  <a:schemeClr val="tx2"/>
                </a:solidFill>
              </a:rPr>
              <a:t>ARCHITECTURE</a:t>
            </a:r>
            <a:r>
              <a:rPr lang="en-GB" altLang="en-US" sz="2800" b="1" dirty="0">
                <a:solidFill>
                  <a:schemeClr val="tx2"/>
                </a:solidFill>
              </a:rPr>
              <a:t> &amp; TECHNOLOGY</a:t>
            </a:r>
          </a:p>
        </p:txBody>
      </p:sp>
      <p:sp>
        <p:nvSpPr>
          <p:cNvPr id="3" name="TextBox 2">
            <a:extLst>
              <a:ext uri="{FF2B5EF4-FFF2-40B4-BE49-F238E27FC236}">
                <a16:creationId xmlns:a16="http://schemas.microsoft.com/office/drawing/2014/main" id="{52064E1C-2377-284C-E747-A7F4735514D8}"/>
              </a:ext>
            </a:extLst>
          </p:cNvPr>
          <p:cNvSpPr txBox="1"/>
          <p:nvPr/>
        </p:nvSpPr>
        <p:spPr>
          <a:xfrm>
            <a:off x="388621" y="1316017"/>
            <a:ext cx="4856870" cy="369332"/>
          </a:xfrm>
          <a:prstGeom prst="rect">
            <a:avLst/>
          </a:prstGeom>
          <a:noFill/>
        </p:spPr>
        <p:txBody>
          <a:bodyPr wrap="square">
            <a:spAutoFit/>
          </a:bodyPr>
          <a:lstStyle/>
          <a:p>
            <a:pPr>
              <a:buNone/>
            </a:pPr>
            <a:r>
              <a:rPr lang="en-GB" b="1" dirty="0">
                <a:solidFill>
                  <a:srgbClr val="003299"/>
                </a:solidFill>
              </a:rPr>
              <a:t>Technology Stack:</a:t>
            </a:r>
          </a:p>
        </p:txBody>
      </p:sp>
      <p:sp>
        <p:nvSpPr>
          <p:cNvPr id="5" name="TextBox 4">
            <a:extLst>
              <a:ext uri="{FF2B5EF4-FFF2-40B4-BE49-F238E27FC236}">
                <a16:creationId xmlns:a16="http://schemas.microsoft.com/office/drawing/2014/main" id="{1960C3D6-58ED-688D-B7C3-B3D0089B0EF1}"/>
              </a:ext>
            </a:extLst>
          </p:cNvPr>
          <p:cNvSpPr txBox="1"/>
          <p:nvPr/>
        </p:nvSpPr>
        <p:spPr>
          <a:xfrm>
            <a:off x="388621" y="1662067"/>
            <a:ext cx="3423723" cy="1600438"/>
          </a:xfrm>
          <a:prstGeom prst="rect">
            <a:avLst/>
          </a:prstGeom>
          <a:noFill/>
        </p:spPr>
        <p:txBody>
          <a:bodyPr wrap="square">
            <a:spAutoFit/>
          </a:bodyPr>
          <a:lstStyle/>
          <a:p>
            <a:pPr marL="285750" indent="-285750">
              <a:buFont typeface="Arial" panose="020B0604020202020204" pitchFamily="34" charset="0"/>
              <a:buChar char="•"/>
            </a:pPr>
            <a:r>
              <a:rPr lang="en-GB" sz="1400" b="1" dirty="0">
                <a:solidFill>
                  <a:srgbClr val="003299"/>
                </a:solidFill>
              </a:rPr>
              <a:t>Frontend/UI:</a:t>
            </a:r>
            <a:r>
              <a:rPr lang="en-GB" sz="1400" dirty="0">
                <a:solidFill>
                  <a:srgbClr val="003299"/>
                </a:solidFill>
              </a:rPr>
              <a:t> </a:t>
            </a:r>
            <a:r>
              <a:rPr lang="en-GB" sz="1400" dirty="0" err="1"/>
              <a:t>Streamlit</a:t>
            </a:r>
            <a:endParaRPr lang="en-GB" sz="1400" dirty="0"/>
          </a:p>
          <a:p>
            <a:pPr marL="285750" indent="-285750">
              <a:buFont typeface="Arial" panose="020B0604020202020204" pitchFamily="34" charset="0"/>
              <a:buChar char="•"/>
            </a:pPr>
            <a:r>
              <a:rPr lang="en-GB" sz="1400" b="1" dirty="0">
                <a:solidFill>
                  <a:srgbClr val="003299"/>
                </a:solidFill>
              </a:rPr>
              <a:t>Text Extraction:</a:t>
            </a:r>
            <a:r>
              <a:rPr lang="en-GB" sz="1400" dirty="0">
                <a:solidFill>
                  <a:srgbClr val="003299"/>
                </a:solidFill>
              </a:rPr>
              <a:t> </a:t>
            </a:r>
            <a:r>
              <a:rPr lang="en-GB" sz="1400" dirty="0"/>
              <a:t>PyPDF2, </a:t>
            </a:r>
            <a:r>
              <a:rPr lang="en-GB" sz="1400" dirty="0" err="1"/>
              <a:t>EasyOCR</a:t>
            </a:r>
            <a:endParaRPr lang="en-GB" sz="1400" dirty="0"/>
          </a:p>
          <a:p>
            <a:pPr marL="285750" indent="-285750">
              <a:buFont typeface="Arial" panose="020B0604020202020204" pitchFamily="34" charset="0"/>
              <a:buChar char="•"/>
            </a:pPr>
            <a:r>
              <a:rPr lang="en-GB" sz="1400" b="1" dirty="0">
                <a:solidFill>
                  <a:srgbClr val="003299"/>
                </a:solidFill>
              </a:rPr>
              <a:t>Data Handling:</a:t>
            </a:r>
            <a:r>
              <a:rPr lang="en-GB" sz="1400" dirty="0">
                <a:solidFill>
                  <a:srgbClr val="003299"/>
                </a:solidFill>
              </a:rPr>
              <a:t> </a:t>
            </a:r>
            <a:r>
              <a:rPr lang="en-GB" sz="1400" dirty="0"/>
              <a:t>pandas, NumPy</a:t>
            </a:r>
          </a:p>
          <a:p>
            <a:pPr marL="285750" indent="-285750">
              <a:buFont typeface="Arial" panose="020B0604020202020204" pitchFamily="34" charset="0"/>
              <a:buChar char="•"/>
            </a:pPr>
            <a:r>
              <a:rPr lang="en-GB" sz="1400" b="1" dirty="0">
                <a:solidFill>
                  <a:srgbClr val="003299"/>
                </a:solidFill>
              </a:rPr>
              <a:t>Text Processing:</a:t>
            </a:r>
            <a:r>
              <a:rPr lang="en-GB" sz="1400" dirty="0">
                <a:solidFill>
                  <a:srgbClr val="003299"/>
                </a:solidFill>
              </a:rPr>
              <a:t> </a:t>
            </a:r>
            <a:r>
              <a:rPr lang="en-GB" sz="1400" dirty="0"/>
              <a:t>NLTK (lemmatization, </a:t>
            </a:r>
            <a:r>
              <a:rPr lang="en-GB" sz="1400" dirty="0" err="1"/>
              <a:t>stopwords</a:t>
            </a:r>
            <a:r>
              <a:rPr lang="en-GB" sz="1400" dirty="0"/>
              <a:t>)</a:t>
            </a:r>
          </a:p>
          <a:p>
            <a:pPr marL="285750" indent="-285750">
              <a:buFont typeface="Arial" panose="020B0604020202020204" pitchFamily="34" charset="0"/>
              <a:buChar char="•"/>
            </a:pPr>
            <a:r>
              <a:rPr lang="en-GB" sz="1400" b="1" dirty="0">
                <a:solidFill>
                  <a:srgbClr val="003299"/>
                </a:solidFill>
              </a:rPr>
              <a:t>OCR Optimization:</a:t>
            </a:r>
            <a:r>
              <a:rPr lang="en-GB" sz="1400" dirty="0">
                <a:solidFill>
                  <a:srgbClr val="003299"/>
                </a:solidFill>
              </a:rPr>
              <a:t> </a:t>
            </a:r>
            <a:r>
              <a:rPr lang="en-GB" sz="1400" dirty="0"/>
              <a:t>Language-specific text extraction (EN, FR, DE)</a:t>
            </a:r>
          </a:p>
        </p:txBody>
      </p:sp>
      <p:sp>
        <p:nvSpPr>
          <p:cNvPr id="7" name="TextBox 6">
            <a:extLst>
              <a:ext uri="{FF2B5EF4-FFF2-40B4-BE49-F238E27FC236}">
                <a16:creationId xmlns:a16="http://schemas.microsoft.com/office/drawing/2014/main" id="{7723BDE6-8A5F-9B28-23A9-7BEF7F295207}"/>
              </a:ext>
            </a:extLst>
          </p:cNvPr>
          <p:cNvSpPr txBox="1"/>
          <p:nvPr/>
        </p:nvSpPr>
        <p:spPr>
          <a:xfrm>
            <a:off x="457200" y="3414749"/>
            <a:ext cx="1371600" cy="369332"/>
          </a:xfrm>
          <a:prstGeom prst="rect">
            <a:avLst/>
          </a:prstGeom>
          <a:noFill/>
        </p:spPr>
        <p:txBody>
          <a:bodyPr wrap="square">
            <a:spAutoFit/>
          </a:bodyPr>
          <a:lstStyle/>
          <a:p>
            <a:r>
              <a:rPr lang="en-GB" b="1" dirty="0">
                <a:solidFill>
                  <a:srgbClr val="003299"/>
                </a:solidFill>
              </a:rPr>
              <a:t>Design:</a:t>
            </a:r>
            <a:endParaRPr lang="en-GB" dirty="0">
              <a:solidFill>
                <a:srgbClr val="003299"/>
              </a:solidFill>
            </a:endParaRPr>
          </a:p>
        </p:txBody>
      </p:sp>
      <p:sp>
        <p:nvSpPr>
          <p:cNvPr id="9" name="TextBox 8">
            <a:extLst>
              <a:ext uri="{FF2B5EF4-FFF2-40B4-BE49-F238E27FC236}">
                <a16:creationId xmlns:a16="http://schemas.microsoft.com/office/drawing/2014/main" id="{882AD30A-3AD2-87E8-6C66-39D65EB66776}"/>
              </a:ext>
            </a:extLst>
          </p:cNvPr>
          <p:cNvSpPr txBox="1"/>
          <p:nvPr/>
        </p:nvSpPr>
        <p:spPr>
          <a:xfrm>
            <a:off x="463551" y="3784081"/>
            <a:ext cx="2912695" cy="954107"/>
          </a:xfrm>
          <a:prstGeom prst="rect">
            <a:avLst/>
          </a:prstGeom>
          <a:noFill/>
        </p:spPr>
        <p:txBody>
          <a:bodyPr wrap="square">
            <a:spAutoFit/>
          </a:bodyPr>
          <a:lstStyle/>
          <a:p>
            <a:r>
              <a:rPr lang="en-GB" sz="1400" dirty="0"/>
              <a:t>Modular architecture with four chapters: Upload Control File, Upload Invoices, Verification, Validation</a:t>
            </a:r>
          </a:p>
        </p:txBody>
      </p:sp>
      <p:pic>
        <p:nvPicPr>
          <p:cNvPr id="11" name="Picture 10">
            <a:extLst>
              <a:ext uri="{FF2B5EF4-FFF2-40B4-BE49-F238E27FC236}">
                <a16:creationId xmlns:a16="http://schemas.microsoft.com/office/drawing/2014/main" id="{601E4350-3B76-E086-8AD8-BFB92B24A48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97781" y="2167649"/>
            <a:ext cx="4582682" cy="2052659"/>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5460E-1469-6DE1-213C-A5A410074793}"/>
            </a:ext>
          </a:extLst>
        </p:cNvPr>
        <p:cNvGrpSpPr/>
        <p:nvPr/>
      </p:nvGrpSpPr>
      <p:grpSpPr>
        <a:xfrm>
          <a:off x="0" y="0"/>
          <a:ext cx="0" cy="0"/>
          <a:chOff x="0" y="0"/>
          <a:chExt cx="0" cy="0"/>
        </a:xfrm>
      </p:grpSpPr>
      <p:cxnSp>
        <p:nvCxnSpPr>
          <p:cNvPr id="32770" name="Straight Connector 1">
            <a:extLst>
              <a:ext uri="{FF2B5EF4-FFF2-40B4-BE49-F238E27FC236}">
                <a16:creationId xmlns:a16="http://schemas.microsoft.com/office/drawing/2014/main" id="{45871776-133C-D668-C604-D33CFF15E77F}"/>
              </a:ext>
            </a:extLst>
          </p:cNvPr>
          <p:cNvCxnSpPr>
            <a:cxnSpLocks noChangeShapeType="1"/>
          </p:cNvCxnSpPr>
          <p:nvPr/>
        </p:nvCxnSpPr>
        <p:spPr bwMode="auto">
          <a:xfrm>
            <a:off x="0" y="0"/>
            <a:ext cx="914400" cy="0"/>
          </a:xfrm>
          <a:prstGeom prst="line">
            <a:avLst/>
          </a:prstGeom>
          <a:noFill/>
          <a:ln w="0" algn="ctr">
            <a:solidFill>
              <a:srgbClr val="FB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algn="ctr" rotWithShape="0">
                    <a:srgbClr val="808080"/>
                  </a:outerShdw>
                </a:effectLst>
              </a14:hiddenEffects>
            </a:ext>
          </a:extLst>
        </p:spPr>
      </p:cxnSp>
      <p:sp>
        <p:nvSpPr>
          <p:cNvPr id="32771" name="Slide Number Placeholder 4">
            <a:extLst>
              <a:ext uri="{FF2B5EF4-FFF2-40B4-BE49-F238E27FC236}">
                <a16:creationId xmlns:a16="http://schemas.microsoft.com/office/drawing/2014/main" id="{CC5CEB1F-6840-BDB3-3896-9ADCC70CF0A3}"/>
              </a:ext>
            </a:extLst>
          </p:cNvPr>
          <p:cNvSpPr>
            <a:spLocks noGrp="1"/>
          </p:cNvSpPr>
          <p:nvPr>
            <p:ph type="sldNum" sz="quarter" idx="10"/>
          </p:nvPr>
        </p:nvSpPr>
        <p:spPr bwMode="auto">
          <a:xfrm>
            <a:off x="4357688" y="4857750"/>
            <a:ext cx="414337" cy="136525"/>
          </a:xfrm>
          <a:noFill/>
        </p:spPr>
        <p:txBody>
          <a:bodyPr vert="horz" wrap="square" numCol="1" anchorCtr="0" compatLnSpc="1">
            <a:prstTxWarp prst="textNoShape">
              <a:avLst/>
            </a:prstTxWarp>
          </a:bodyPr>
          <a:lstStyle>
            <a:lvl1pPr eaLnBrk="0" hangingPunct="0">
              <a:spcBef>
                <a:spcPct val="30000"/>
              </a:spcBef>
              <a:buClr>
                <a:schemeClr val="tx2"/>
              </a:buClr>
              <a:defRPr sz="2200">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buFont typeface="Times" pitchFamily="18" charset="0"/>
              <a:defRPr sz="1600" i="1">
                <a:solidFill>
                  <a:schemeClr val="tx1"/>
                </a:solidFill>
                <a:latin typeface="Arial" pitchFamily="34" charset="0"/>
                <a:cs typeface="Arial" pitchFamily="34" charset="0"/>
              </a:defRPr>
            </a:lvl5pPr>
            <a:lvl6pPr marL="2514600" indent="-228600" eaLnBrk="0" fontAlgn="base" hangingPunct="0">
              <a:spcBef>
                <a:spcPct val="0"/>
              </a:spcBef>
              <a:spcAft>
                <a:spcPct val="0"/>
              </a:spcAft>
              <a:buFont typeface="Times" pitchFamily="18" charset="0"/>
              <a:defRPr sz="1600" i="1">
                <a:solidFill>
                  <a:schemeClr val="tx1"/>
                </a:solidFill>
                <a:latin typeface="Arial" pitchFamily="34" charset="0"/>
                <a:cs typeface="Arial" pitchFamily="34" charset="0"/>
              </a:defRPr>
            </a:lvl6pPr>
            <a:lvl7pPr marL="2971800" indent="-228600" eaLnBrk="0" fontAlgn="base" hangingPunct="0">
              <a:spcBef>
                <a:spcPct val="0"/>
              </a:spcBef>
              <a:spcAft>
                <a:spcPct val="0"/>
              </a:spcAft>
              <a:buFont typeface="Times" pitchFamily="18" charset="0"/>
              <a:defRPr sz="1600" i="1">
                <a:solidFill>
                  <a:schemeClr val="tx1"/>
                </a:solidFill>
                <a:latin typeface="Arial" pitchFamily="34" charset="0"/>
                <a:cs typeface="Arial" pitchFamily="34" charset="0"/>
              </a:defRPr>
            </a:lvl7pPr>
            <a:lvl8pPr marL="3429000" indent="-228600" eaLnBrk="0" fontAlgn="base" hangingPunct="0">
              <a:spcBef>
                <a:spcPct val="0"/>
              </a:spcBef>
              <a:spcAft>
                <a:spcPct val="0"/>
              </a:spcAft>
              <a:buFont typeface="Times" pitchFamily="18" charset="0"/>
              <a:defRPr sz="1600" i="1">
                <a:solidFill>
                  <a:schemeClr val="tx1"/>
                </a:solidFill>
                <a:latin typeface="Arial" pitchFamily="34" charset="0"/>
                <a:cs typeface="Arial" pitchFamily="34" charset="0"/>
              </a:defRPr>
            </a:lvl8pPr>
            <a:lvl9pPr marL="3886200" indent="-228600" eaLnBrk="0" fontAlgn="base" hangingPunct="0">
              <a:spcBef>
                <a:spcPct val="0"/>
              </a:spcBef>
              <a:spcAft>
                <a:spcPct val="0"/>
              </a:spcAft>
              <a:buFont typeface="Times" pitchFamily="18" charset="0"/>
              <a:defRPr sz="1600" i="1">
                <a:solidFill>
                  <a:schemeClr val="tx1"/>
                </a:solidFill>
                <a:latin typeface="Arial" pitchFamily="34" charset="0"/>
                <a:cs typeface="Arial" pitchFamily="34" charset="0"/>
              </a:defRPr>
            </a:lvl9pPr>
          </a:lstStyle>
          <a:p>
            <a:pPr eaLnBrk="1" hangingPunct="1">
              <a:lnSpc>
                <a:spcPct val="100000"/>
              </a:lnSpc>
              <a:spcBef>
                <a:spcPct val="0"/>
              </a:spcBef>
              <a:buClrTx/>
            </a:pPr>
            <a:fld id="{BF0490D8-F7DA-4624-B506-BDB813A03DFF}" type="slidenum">
              <a:rPr altLang="en-US" sz="900" smtClean="0">
                <a:solidFill>
                  <a:schemeClr val="bg1"/>
                </a:solidFill>
                <a:ea typeface="ヒラギノ角ゴ Pro W3"/>
                <a:cs typeface="ヒラギノ角ゴ Pro W3"/>
              </a:rPr>
              <a:pPr eaLnBrk="1" hangingPunct="1">
                <a:lnSpc>
                  <a:spcPct val="100000"/>
                </a:lnSpc>
                <a:spcBef>
                  <a:spcPct val="0"/>
                </a:spcBef>
                <a:buClrTx/>
              </a:pPr>
              <a:t>5</a:t>
            </a:fld>
            <a:endParaRPr altLang="en-US" sz="900">
              <a:solidFill>
                <a:schemeClr val="bg1"/>
              </a:solidFill>
              <a:ea typeface="ヒラギノ角ゴ Pro W3"/>
              <a:cs typeface="ヒラギノ角ゴ Pro W3"/>
            </a:endParaRPr>
          </a:p>
        </p:txBody>
      </p:sp>
      <p:sp>
        <p:nvSpPr>
          <p:cNvPr id="33796" name="Rectangle 2">
            <a:extLst>
              <a:ext uri="{FF2B5EF4-FFF2-40B4-BE49-F238E27FC236}">
                <a16:creationId xmlns:a16="http://schemas.microsoft.com/office/drawing/2014/main" id="{A43BA77F-EF6C-270D-24B4-24026821DC7C}"/>
              </a:ext>
            </a:extLst>
          </p:cNvPr>
          <p:cNvSpPr>
            <a:spLocks noGrp="1" noChangeArrowheads="1"/>
          </p:cNvSpPr>
          <p:nvPr>
            <p:ph type="title"/>
          </p:nvPr>
        </p:nvSpPr>
        <p:spPr>
          <a:xfrm>
            <a:off x="468313" y="411163"/>
            <a:ext cx="8594725" cy="635000"/>
          </a:xfrm>
        </p:spPr>
        <p:txBody>
          <a:bodyPr/>
          <a:lstStyle/>
          <a:p>
            <a:pPr eaLnBrk="1" hangingPunct="1">
              <a:lnSpc>
                <a:spcPts val="2800"/>
              </a:lnSpc>
              <a:defRPr/>
            </a:pPr>
            <a:r>
              <a:rPr lang="it-IT" b="1" dirty="0"/>
              <a:t>KEY FUNCTIONALITIES</a:t>
            </a:r>
            <a:endParaRPr b="1" dirty="0"/>
          </a:p>
        </p:txBody>
      </p:sp>
      <p:pic>
        <p:nvPicPr>
          <p:cNvPr id="3" name="Picture 2">
            <a:extLst>
              <a:ext uri="{FF2B5EF4-FFF2-40B4-BE49-F238E27FC236}">
                <a16:creationId xmlns:a16="http://schemas.microsoft.com/office/drawing/2014/main" id="{9B4E750F-E972-FDBD-7FFA-BF0AE0F10E40}"/>
              </a:ext>
            </a:extLst>
          </p:cNvPr>
          <p:cNvPicPr>
            <a:picLocks noChangeAspect="1"/>
          </p:cNvPicPr>
          <p:nvPr/>
        </p:nvPicPr>
        <p:blipFill>
          <a:blip r:embed="rId3"/>
          <a:stretch>
            <a:fillRect/>
          </a:stretch>
        </p:blipFill>
        <p:spPr>
          <a:xfrm>
            <a:off x="686361" y="1457324"/>
            <a:ext cx="2980492" cy="1336564"/>
          </a:xfrm>
          <a:prstGeom prst="rect">
            <a:avLst/>
          </a:prstGeom>
        </p:spPr>
      </p:pic>
      <p:pic>
        <p:nvPicPr>
          <p:cNvPr id="5" name="Picture 4">
            <a:extLst>
              <a:ext uri="{FF2B5EF4-FFF2-40B4-BE49-F238E27FC236}">
                <a16:creationId xmlns:a16="http://schemas.microsoft.com/office/drawing/2014/main" id="{74336005-7229-B5D8-6724-78C302E7F2EB}"/>
              </a:ext>
            </a:extLst>
          </p:cNvPr>
          <p:cNvPicPr>
            <a:picLocks noChangeAspect="1"/>
          </p:cNvPicPr>
          <p:nvPr/>
        </p:nvPicPr>
        <p:blipFill>
          <a:blip r:embed="rId4"/>
          <a:srcRect t="4802"/>
          <a:stretch/>
        </p:blipFill>
        <p:spPr>
          <a:xfrm>
            <a:off x="5349461" y="1482029"/>
            <a:ext cx="2980492" cy="1287155"/>
          </a:xfrm>
          <a:prstGeom prst="rect">
            <a:avLst/>
          </a:prstGeom>
        </p:spPr>
      </p:pic>
      <p:sp>
        <p:nvSpPr>
          <p:cNvPr id="11" name="Arrow: Chevron 10">
            <a:extLst>
              <a:ext uri="{FF2B5EF4-FFF2-40B4-BE49-F238E27FC236}">
                <a16:creationId xmlns:a16="http://schemas.microsoft.com/office/drawing/2014/main" id="{F4AC43D8-D1C3-2D1F-52A3-CDFF2F0904A4}"/>
              </a:ext>
            </a:extLst>
          </p:cNvPr>
          <p:cNvSpPr/>
          <p:nvPr/>
        </p:nvSpPr>
        <p:spPr bwMode="auto">
          <a:xfrm>
            <a:off x="4218659" y="1766880"/>
            <a:ext cx="706681" cy="717452"/>
          </a:xfrm>
          <a:prstGeom prst="chevron">
            <a:avLst/>
          </a:prstGeom>
          <a:solidFill>
            <a:srgbClr val="003299"/>
          </a:solidFill>
          <a:ln w="9525" cap="flat" cmpd="sng" algn="ctr">
            <a:solidFill>
              <a:schemeClr val="accent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800" b="0" i="0" u="none" strike="noStrike" cap="none" normalizeH="0" baseline="0">
              <a:ln>
                <a:noFill/>
              </a:ln>
              <a:solidFill>
                <a:schemeClr val="tx1"/>
              </a:solidFill>
              <a:effectLst/>
              <a:latin typeface="Arial" charset="0"/>
              <a:ea typeface="ヒラギノ角ゴ Pro W3" pitchFamily="-64" charset="-128"/>
            </a:endParaRPr>
          </a:p>
        </p:txBody>
      </p:sp>
      <p:pic>
        <p:nvPicPr>
          <p:cNvPr id="13" name="Graphic 12" descr="Badge 1 with solid fill">
            <a:extLst>
              <a:ext uri="{FF2B5EF4-FFF2-40B4-BE49-F238E27FC236}">
                <a16:creationId xmlns:a16="http://schemas.microsoft.com/office/drawing/2014/main" id="{4C660EB9-531D-4334-8164-C252E9523D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7200" y="2294358"/>
            <a:ext cx="708327" cy="708327"/>
          </a:xfrm>
          <a:prstGeom prst="rect">
            <a:avLst/>
          </a:prstGeom>
        </p:spPr>
      </p:pic>
      <p:pic>
        <p:nvPicPr>
          <p:cNvPr id="15" name="Graphic 14" descr="Badge with solid fill">
            <a:extLst>
              <a:ext uri="{FF2B5EF4-FFF2-40B4-BE49-F238E27FC236}">
                <a16:creationId xmlns:a16="http://schemas.microsoft.com/office/drawing/2014/main" id="{AA168244-C69E-4BB7-783D-F8196FB643C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995297" y="2338074"/>
            <a:ext cx="708327" cy="708327"/>
          </a:xfrm>
          <a:prstGeom prst="rect">
            <a:avLst/>
          </a:prstGeom>
        </p:spPr>
      </p:pic>
      <p:sp>
        <p:nvSpPr>
          <p:cNvPr id="17" name="Rectangle 1">
            <a:extLst>
              <a:ext uri="{FF2B5EF4-FFF2-40B4-BE49-F238E27FC236}">
                <a16:creationId xmlns:a16="http://schemas.microsoft.com/office/drawing/2014/main" id="{83482923-FCC1-C117-6968-9D46EC5FAB50}"/>
              </a:ext>
            </a:extLst>
          </p:cNvPr>
          <p:cNvSpPr>
            <a:spLocks noChangeArrowheads="1"/>
          </p:cNvSpPr>
          <p:nvPr/>
        </p:nvSpPr>
        <p:spPr bwMode="auto">
          <a:xfrm>
            <a:off x="5612743" y="2793888"/>
            <a:ext cx="3418929" cy="11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ts val="600"/>
              </a:spcAft>
              <a:buClrTx/>
              <a:buSzTx/>
              <a:buFontTx/>
              <a:buNone/>
              <a:tabLst/>
            </a:pPr>
            <a:r>
              <a:rPr kumimoji="0" lang="en-US" altLang="en-US" sz="1800" b="1" i="0" u="none" strike="noStrike" cap="none" normalizeH="0" baseline="0" dirty="0">
                <a:ln>
                  <a:noFill/>
                </a:ln>
                <a:solidFill>
                  <a:srgbClr val="003299"/>
                </a:solidFill>
                <a:effectLst/>
                <a:latin typeface="Arial" panose="020B0604020202020204" pitchFamily="34" charset="0"/>
              </a:rPr>
              <a:t>Upload Control File:</a:t>
            </a:r>
            <a:endParaRPr kumimoji="0" lang="en-US" altLang="en-US" sz="1800" b="0" i="0" u="none" strike="noStrike" cap="none" normalizeH="0" baseline="0" dirty="0">
              <a:ln>
                <a:noFill/>
              </a:ln>
              <a:solidFill>
                <a:srgbClr val="003299"/>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Accepts </a:t>
            </a:r>
            <a:r>
              <a:rPr kumimoji="0" lang="en-US" altLang="en-US" sz="1400" b="0" i="0" u="none" strike="noStrike" cap="none" normalizeH="0" baseline="0" dirty="0">
                <a:ln>
                  <a:noFill/>
                </a:ln>
                <a:solidFill>
                  <a:schemeClr val="tx1"/>
                </a:solidFill>
                <a:effectLst/>
                <a:latin typeface="Arial Unicode MS"/>
              </a:rPr>
              <a:t>.xlsx</a:t>
            </a:r>
            <a:r>
              <a:rPr kumimoji="0" lang="en-US" altLang="en-US" sz="1400" b="0" i="0" u="none" strike="noStrike" cap="none" normalizeH="0" baseline="0" dirty="0">
                <a:ln>
                  <a:noFill/>
                </a:ln>
                <a:solidFill>
                  <a:schemeClr val="tx1"/>
                </a:solidFill>
                <a:effectLst/>
              </a:rPr>
              <a:t> or </a:t>
            </a:r>
            <a:r>
              <a:rPr kumimoji="0" lang="en-US" altLang="en-US" sz="1400" b="0" i="0" u="none" strike="noStrike" cap="none" normalizeH="0" baseline="0" dirty="0">
                <a:ln>
                  <a:noFill/>
                </a:ln>
                <a:solidFill>
                  <a:schemeClr val="tx1"/>
                </a:solidFill>
                <a:effectLst/>
                <a:latin typeface="Arial Unicode MS"/>
              </a:rPr>
              <a:t>.csv</a:t>
            </a:r>
            <a:endParaRPr kumimoji="0" lang="en-US" altLang="en-US" sz="1400"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Displays selected columns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Rectangle 1">
            <a:extLst>
              <a:ext uri="{FF2B5EF4-FFF2-40B4-BE49-F238E27FC236}">
                <a16:creationId xmlns:a16="http://schemas.microsoft.com/office/drawing/2014/main" id="{57B18C29-4B2D-432C-10F0-217DE6D81227}"/>
              </a:ext>
            </a:extLst>
          </p:cNvPr>
          <p:cNvSpPr>
            <a:spLocks noChangeArrowheads="1"/>
          </p:cNvSpPr>
          <p:nvPr/>
        </p:nvSpPr>
        <p:spPr bwMode="auto">
          <a:xfrm>
            <a:off x="1047422" y="2753424"/>
            <a:ext cx="3718253" cy="187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spcAft>
                <a:spcPts val="600"/>
              </a:spcAft>
              <a:buNone/>
            </a:pPr>
            <a:r>
              <a:rPr lang="en-GB" b="1" dirty="0">
                <a:solidFill>
                  <a:srgbClr val="003299"/>
                </a:solidFill>
              </a:rPr>
              <a:t>Structure:</a:t>
            </a:r>
          </a:p>
          <a:p>
            <a:pPr marL="285750" indent="-285750">
              <a:spcAft>
                <a:spcPts val="0"/>
              </a:spcAft>
              <a:buFont typeface="Arial" panose="020B0604020202020204" pitchFamily="34" charset="0"/>
              <a:buChar char="•"/>
            </a:pPr>
            <a:r>
              <a:rPr lang="en-GB" sz="1400" dirty="0"/>
              <a:t>4 isolated session states modules</a:t>
            </a:r>
          </a:p>
          <a:p>
            <a:pPr marL="285750" indent="-285750">
              <a:spcAft>
                <a:spcPts val="0"/>
              </a:spcAft>
              <a:buFont typeface="Arial" panose="020B0604020202020204" pitchFamily="34" charset="0"/>
              <a:buChar char="•"/>
            </a:pPr>
            <a:r>
              <a:rPr lang="en-GB" sz="1400" dirty="0"/>
              <a:t>Each module preserves the output locally in order to avoid heavy reruns triggered by each interaction with UI elements</a:t>
            </a:r>
          </a:p>
          <a:p>
            <a:pPr marL="285750" indent="-285750">
              <a:spcAft>
                <a:spcPts val="600"/>
              </a:spcAft>
              <a:buFont typeface="Arial" panose="020B0604020202020204" pitchFamily="34" charset="0"/>
              <a:buChar char="•"/>
            </a:pPr>
            <a:endParaRPr lang="en-GB" sz="1400" dirty="0"/>
          </a:p>
          <a:p>
            <a:pPr>
              <a:spcAft>
                <a:spcPts val="600"/>
              </a:spcAft>
              <a:buNone/>
            </a:pPr>
            <a:endParaRPr lang="en-GB" dirty="0">
              <a:solidFill>
                <a:srgbClr val="003299"/>
              </a:solidFill>
            </a:endParaRPr>
          </a:p>
        </p:txBody>
      </p:sp>
    </p:spTree>
    <p:extLst>
      <p:ext uri="{BB962C8B-B14F-4D97-AF65-F5344CB8AC3E}">
        <p14:creationId xmlns:p14="http://schemas.microsoft.com/office/powerpoint/2010/main" val="847352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76FFB-7B27-ECC0-7DC9-3B7E17166373}"/>
            </a:ext>
          </a:extLst>
        </p:cNvPr>
        <p:cNvGrpSpPr/>
        <p:nvPr/>
      </p:nvGrpSpPr>
      <p:grpSpPr>
        <a:xfrm>
          <a:off x="0" y="0"/>
          <a:ext cx="0" cy="0"/>
          <a:chOff x="0" y="0"/>
          <a:chExt cx="0" cy="0"/>
        </a:xfrm>
      </p:grpSpPr>
      <p:cxnSp>
        <p:nvCxnSpPr>
          <p:cNvPr id="32770" name="Straight Connector 1">
            <a:extLst>
              <a:ext uri="{FF2B5EF4-FFF2-40B4-BE49-F238E27FC236}">
                <a16:creationId xmlns:a16="http://schemas.microsoft.com/office/drawing/2014/main" id="{3EBE0279-D502-8E19-0E5C-1590F11EACE4}"/>
              </a:ext>
            </a:extLst>
          </p:cNvPr>
          <p:cNvCxnSpPr>
            <a:cxnSpLocks noChangeShapeType="1"/>
          </p:cNvCxnSpPr>
          <p:nvPr/>
        </p:nvCxnSpPr>
        <p:spPr bwMode="auto">
          <a:xfrm>
            <a:off x="0" y="0"/>
            <a:ext cx="914400" cy="0"/>
          </a:xfrm>
          <a:prstGeom prst="line">
            <a:avLst/>
          </a:prstGeom>
          <a:noFill/>
          <a:ln w="0" algn="ctr">
            <a:solidFill>
              <a:srgbClr val="FB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algn="ctr" rotWithShape="0">
                    <a:srgbClr val="808080"/>
                  </a:outerShdw>
                </a:effectLst>
              </a14:hiddenEffects>
            </a:ext>
          </a:extLst>
        </p:spPr>
      </p:cxnSp>
      <p:sp>
        <p:nvSpPr>
          <p:cNvPr id="32771" name="Slide Number Placeholder 4">
            <a:extLst>
              <a:ext uri="{FF2B5EF4-FFF2-40B4-BE49-F238E27FC236}">
                <a16:creationId xmlns:a16="http://schemas.microsoft.com/office/drawing/2014/main" id="{74A9140D-08FF-BCDA-73A7-71199BADB9BE}"/>
              </a:ext>
            </a:extLst>
          </p:cNvPr>
          <p:cNvSpPr>
            <a:spLocks noGrp="1"/>
          </p:cNvSpPr>
          <p:nvPr>
            <p:ph type="sldNum" sz="quarter" idx="10"/>
          </p:nvPr>
        </p:nvSpPr>
        <p:spPr bwMode="auto">
          <a:xfrm>
            <a:off x="4357688" y="4857750"/>
            <a:ext cx="414337" cy="136525"/>
          </a:xfrm>
          <a:noFill/>
        </p:spPr>
        <p:txBody>
          <a:bodyPr vert="horz" wrap="square" numCol="1" anchorCtr="0" compatLnSpc="1">
            <a:prstTxWarp prst="textNoShape">
              <a:avLst/>
            </a:prstTxWarp>
          </a:bodyPr>
          <a:lstStyle>
            <a:lvl1pPr eaLnBrk="0" hangingPunct="0">
              <a:spcBef>
                <a:spcPct val="30000"/>
              </a:spcBef>
              <a:buClr>
                <a:schemeClr val="tx2"/>
              </a:buClr>
              <a:defRPr sz="2200">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buFont typeface="Times" pitchFamily="18" charset="0"/>
              <a:defRPr sz="1600" i="1">
                <a:solidFill>
                  <a:schemeClr val="tx1"/>
                </a:solidFill>
                <a:latin typeface="Arial" pitchFamily="34" charset="0"/>
                <a:cs typeface="Arial" pitchFamily="34" charset="0"/>
              </a:defRPr>
            </a:lvl5pPr>
            <a:lvl6pPr marL="2514600" indent="-228600" eaLnBrk="0" fontAlgn="base" hangingPunct="0">
              <a:spcBef>
                <a:spcPct val="0"/>
              </a:spcBef>
              <a:spcAft>
                <a:spcPct val="0"/>
              </a:spcAft>
              <a:buFont typeface="Times" pitchFamily="18" charset="0"/>
              <a:defRPr sz="1600" i="1">
                <a:solidFill>
                  <a:schemeClr val="tx1"/>
                </a:solidFill>
                <a:latin typeface="Arial" pitchFamily="34" charset="0"/>
                <a:cs typeface="Arial" pitchFamily="34" charset="0"/>
              </a:defRPr>
            </a:lvl6pPr>
            <a:lvl7pPr marL="2971800" indent="-228600" eaLnBrk="0" fontAlgn="base" hangingPunct="0">
              <a:spcBef>
                <a:spcPct val="0"/>
              </a:spcBef>
              <a:spcAft>
                <a:spcPct val="0"/>
              </a:spcAft>
              <a:buFont typeface="Times" pitchFamily="18" charset="0"/>
              <a:defRPr sz="1600" i="1">
                <a:solidFill>
                  <a:schemeClr val="tx1"/>
                </a:solidFill>
                <a:latin typeface="Arial" pitchFamily="34" charset="0"/>
                <a:cs typeface="Arial" pitchFamily="34" charset="0"/>
              </a:defRPr>
            </a:lvl7pPr>
            <a:lvl8pPr marL="3429000" indent="-228600" eaLnBrk="0" fontAlgn="base" hangingPunct="0">
              <a:spcBef>
                <a:spcPct val="0"/>
              </a:spcBef>
              <a:spcAft>
                <a:spcPct val="0"/>
              </a:spcAft>
              <a:buFont typeface="Times" pitchFamily="18" charset="0"/>
              <a:defRPr sz="1600" i="1">
                <a:solidFill>
                  <a:schemeClr val="tx1"/>
                </a:solidFill>
                <a:latin typeface="Arial" pitchFamily="34" charset="0"/>
                <a:cs typeface="Arial" pitchFamily="34" charset="0"/>
              </a:defRPr>
            </a:lvl8pPr>
            <a:lvl9pPr marL="3886200" indent="-228600" eaLnBrk="0" fontAlgn="base" hangingPunct="0">
              <a:spcBef>
                <a:spcPct val="0"/>
              </a:spcBef>
              <a:spcAft>
                <a:spcPct val="0"/>
              </a:spcAft>
              <a:buFont typeface="Times" pitchFamily="18" charset="0"/>
              <a:defRPr sz="1600" i="1">
                <a:solidFill>
                  <a:schemeClr val="tx1"/>
                </a:solidFill>
                <a:latin typeface="Arial" pitchFamily="34" charset="0"/>
                <a:cs typeface="Arial" pitchFamily="34" charset="0"/>
              </a:defRPr>
            </a:lvl9pPr>
          </a:lstStyle>
          <a:p>
            <a:pPr eaLnBrk="1" hangingPunct="1">
              <a:lnSpc>
                <a:spcPct val="100000"/>
              </a:lnSpc>
              <a:spcBef>
                <a:spcPct val="0"/>
              </a:spcBef>
              <a:buClrTx/>
            </a:pPr>
            <a:fld id="{BF0490D8-F7DA-4624-B506-BDB813A03DFF}" type="slidenum">
              <a:rPr altLang="en-US" sz="900" smtClean="0">
                <a:solidFill>
                  <a:schemeClr val="bg1"/>
                </a:solidFill>
                <a:ea typeface="ヒラギノ角ゴ Pro W3"/>
                <a:cs typeface="ヒラギノ角ゴ Pro W3"/>
              </a:rPr>
              <a:pPr eaLnBrk="1" hangingPunct="1">
                <a:lnSpc>
                  <a:spcPct val="100000"/>
                </a:lnSpc>
                <a:spcBef>
                  <a:spcPct val="0"/>
                </a:spcBef>
                <a:buClrTx/>
              </a:pPr>
              <a:t>6</a:t>
            </a:fld>
            <a:endParaRPr altLang="en-US" sz="900">
              <a:solidFill>
                <a:schemeClr val="bg1"/>
              </a:solidFill>
              <a:ea typeface="ヒラギノ角ゴ Pro W3"/>
              <a:cs typeface="ヒラギノ角ゴ Pro W3"/>
            </a:endParaRPr>
          </a:p>
        </p:txBody>
      </p:sp>
      <p:sp>
        <p:nvSpPr>
          <p:cNvPr id="33796" name="Rectangle 2">
            <a:extLst>
              <a:ext uri="{FF2B5EF4-FFF2-40B4-BE49-F238E27FC236}">
                <a16:creationId xmlns:a16="http://schemas.microsoft.com/office/drawing/2014/main" id="{FE04C824-8D18-5B20-3662-0AD55A6B67C7}"/>
              </a:ext>
            </a:extLst>
          </p:cNvPr>
          <p:cNvSpPr>
            <a:spLocks noGrp="1" noChangeArrowheads="1"/>
          </p:cNvSpPr>
          <p:nvPr>
            <p:ph type="title"/>
          </p:nvPr>
        </p:nvSpPr>
        <p:spPr>
          <a:xfrm>
            <a:off x="468313" y="411163"/>
            <a:ext cx="8594725" cy="635000"/>
          </a:xfrm>
        </p:spPr>
        <p:txBody>
          <a:bodyPr/>
          <a:lstStyle/>
          <a:p>
            <a:pPr eaLnBrk="1" hangingPunct="1">
              <a:lnSpc>
                <a:spcPts val="2800"/>
              </a:lnSpc>
              <a:defRPr/>
            </a:pPr>
            <a:r>
              <a:rPr lang="it-IT" b="1" dirty="0"/>
              <a:t>KEY FUNCTIONALITIES</a:t>
            </a:r>
            <a:endParaRPr b="1" dirty="0"/>
          </a:p>
        </p:txBody>
      </p:sp>
      <p:pic>
        <p:nvPicPr>
          <p:cNvPr id="2" name="Picture 1">
            <a:extLst>
              <a:ext uri="{FF2B5EF4-FFF2-40B4-BE49-F238E27FC236}">
                <a16:creationId xmlns:a16="http://schemas.microsoft.com/office/drawing/2014/main" id="{2E59AECB-B567-193D-06E4-F7F61E64DE7C}"/>
              </a:ext>
            </a:extLst>
          </p:cNvPr>
          <p:cNvPicPr>
            <a:picLocks noChangeAspect="1"/>
          </p:cNvPicPr>
          <p:nvPr/>
        </p:nvPicPr>
        <p:blipFill>
          <a:blip r:embed="rId3"/>
          <a:stretch>
            <a:fillRect/>
          </a:stretch>
        </p:blipFill>
        <p:spPr>
          <a:xfrm>
            <a:off x="644163" y="1457325"/>
            <a:ext cx="3038622" cy="1353137"/>
          </a:xfrm>
          <a:prstGeom prst="rect">
            <a:avLst/>
          </a:prstGeom>
        </p:spPr>
      </p:pic>
      <p:pic>
        <p:nvPicPr>
          <p:cNvPr id="4" name="Picture 3">
            <a:extLst>
              <a:ext uri="{FF2B5EF4-FFF2-40B4-BE49-F238E27FC236}">
                <a16:creationId xmlns:a16="http://schemas.microsoft.com/office/drawing/2014/main" id="{CB2F345E-39BE-BEED-FEA2-2D03C09BE8D1}"/>
              </a:ext>
            </a:extLst>
          </p:cNvPr>
          <p:cNvPicPr>
            <a:picLocks noChangeAspect="1"/>
          </p:cNvPicPr>
          <p:nvPr/>
        </p:nvPicPr>
        <p:blipFill>
          <a:blip r:embed="rId4"/>
          <a:stretch>
            <a:fillRect/>
          </a:stretch>
        </p:blipFill>
        <p:spPr>
          <a:xfrm>
            <a:off x="5169882" y="1457325"/>
            <a:ext cx="3133357" cy="1401850"/>
          </a:xfrm>
          <a:prstGeom prst="rect">
            <a:avLst/>
          </a:prstGeom>
        </p:spPr>
      </p:pic>
      <p:sp>
        <p:nvSpPr>
          <p:cNvPr id="6" name="Arrow: Chevron 5">
            <a:extLst>
              <a:ext uri="{FF2B5EF4-FFF2-40B4-BE49-F238E27FC236}">
                <a16:creationId xmlns:a16="http://schemas.microsoft.com/office/drawing/2014/main" id="{A5FE4AC9-C01D-E658-99DD-7CD0E1AE3883}"/>
              </a:ext>
            </a:extLst>
          </p:cNvPr>
          <p:cNvSpPr/>
          <p:nvPr/>
        </p:nvSpPr>
        <p:spPr bwMode="auto">
          <a:xfrm>
            <a:off x="4072993" y="1799524"/>
            <a:ext cx="706681" cy="717452"/>
          </a:xfrm>
          <a:prstGeom prst="chevron">
            <a:avLst/>
          </a:prstGeom>
          <a:solidFill>
            <a:srgbClr val="003299"/>
          </a:solidFill>
          <a:ln w="9525" cap="flat" cmpd="sng" algn="ctr">
            <a:solidFill>
              <a:schemeClr val="accent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800" b="0" i="0" u="none" strike="noStrike" cap="none" normalizeH="0" baseline="0">
              <a:ln>
                <a:noFill/>
              </a:ln>
              <a:solidFill>
                <a:schemeClr val="tx1"/>
              </a:solidFill>
              <a:effectLst/>
              <a:latin typeface="Arial" charset="0"/>
              <a:ea typeface="ヒラギノ角ゴ Pro W3" pitchFamily="-64" charset="-128"/>
            </a:endParaRPr>
          </a:p>
        </p:txBody>
      </p:sp>
      <p:pic>
        <p:nvPicPr>
          <p:cNvPr id="11" name="Graphic 10" descr="Badge 3 with solid fill">
            <a:extLst>
              <a:ext uri="{FF2B5EF4-FFF2-40B4-BE49-F238E27FC236}">
                <a16:creationId xmlns:a16="http://schemas.microsoft.com/office/drawing/2014/main" id="{09696CF3-9550-8FCA-1003-638326F4278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89999" y="2505011"/>
            <a:ext cx="708327" cy="708327"/>
          </a:xfrm>
          <a:prstGeom prst="rect">
            <a:avLst/>
          </a:prstGeom>
        </p:spPr>
      </p:pic>
      <p:pic>
        <p:nvPicPr>
          <p:cNvPr id="14" name="Graphic 13" descr="Badge 4 with solid fill">
            <a:extLst>
              <a:ext uri="{FF2B5EF4-FFF2-40B4-BE49-F238E27FC236}">
                <a16:creationId xmlns:a16="http://schemas.microsoft.com/office/drawing/2014/main" id="{3A7CF66E-8452-6F54-DCD6-36AD22C7F74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15718" y="2456298"/>
            <a:ext cx="708328" cy="708328"/>
          </a:xfrm>
          <a:prstGeom prst="rect">
            <a:avLst/>
          </a:prstGeom>
        </p:spPr>
      </p:pic>
      <p:sp>
        <p:nvSpPr>
          <p:cNvPr id="15" name="Rectangle 1">
            <a:extLst>
              <a:ext uri="{FF2B5EF4-FFF2-40B4-BE49-F238E27FC236}">
                <a16:creationId xmlns:a16="http://schemas.microsoft.com/office/drawing/2014/main" id="{4F06EEEF-E690-3440-286A-706250565D65}"/>
              </a:ext>
            </a:extLst>
          </p:cNvPr>
          <p:cNvSpPr>
            <a:spLocks noChangeArrowheads="1"/>
          </p:cNvSpPr>
          <p:nvPr/>
        </p:nvSpPr>
        <p:spPr bwMode="auto">
          <a:xfrm>
            <a:off x="5454675" y="2862774"/>
            <a:ext cx="3608363" cy="10926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ts val="600"/>
              </a:spcAft>
              <a:buClrTx/>
              <a:buSzTx/>
              <a:buFontTx/>
              <a:buNone/>
              <a:tabLst/>
            </a:pPr>
            <a:r>
              <a:rPr kumimoji="0" lang="en-GB" altLang="en-US" sz="1800" b="1" i="0" u="none" strike="noStrike" cap="none" normalizeH="0" baseline="0" dirty="0">
                <a:ln>
                  <a:noFill/>
                </a:ln>
                <a:solidFill>
                  <a:srgbClr val="003299"/>
                </a:solidFill>
                <a:effectLst/>
                <a:latin typeface="Arial" panose="020B0604020202020204" pitchFamily="34" charset="0"/>
              </a:rPr>
              <a:t>Verification Module:</a:t>
            </a:r>
          </a:p>
          <a:p>
            <a:pPr marL="285750" marR="0" lvl="0" indent="-285750" algn="l" defTabSz="914400" rtl="0" eaLnBrk="0" fontAlgn="base" latinLnBrk="0" hangingPunct="0">
              <a:lnSpc>
                <a:spcPct val="100000"/>
              </a:lnSpc>
              <a:spcBef>
                <a:spcPct val="0"/>
              </a:spcBef>
              <a:spcAft>
                <a:spcPts val="0"/>
              </a:spcAft>
              <a:buClrTx/>
              <a:buSzTx/>
              <a:buFont typeface="Arial" panose="020B0604020202020204" pitchFamily="34" charset="0"/>
              <a:buChar char="•"/>
              <a:tabLst/>
            </a:pPr>
            <a:r>
              <a:rPr kumimoji="0" lang="en-GB" altLang="en-US" sz="1400" b="0" i="0" u="none" strike="noStrike" cap="none" normalizeH="0" baseline="0" dirty="0">
                <a:ln>
                  <a:noFill/>
                </a:ln>
                <a:solidFill>
                  <a:schemeClr val="tx1"/>
                </a:solidFill>
                <a:effectLst/>
                <a:latin typeface="Arial" panose="020B0604020202020204" pitchFamily="34" charset="0"/>
              </a:rPr>
              <a:t>User-defined matching criteria (e.g., Supplier, Amount, Invoice ID)</a:t>
            </a:r>
          </a:p>
          <a:p>
            <a:pPr marL="285750" marR="0" lvl="0" indent="-285750" algn="l" defTabSz="914400" rtl="0" eaLnBrk="0" fontAlgn="base" latinLnBrk="0" hangingPunct="0">
              <a:lnSpc>
                <a:spcPct val="100000"/>
              </a:lnSpc>
              <a:spcBef>
                <a:spcPct val="0"/>
              </a:spcBef>
              <a:spcAft>
                <a:spcPts val="0"/>
              </a:spcAft>
              <a:buClrTx/>
              <a:buSzTx/>
              <a:buFont typeface="Arial" panose="020B0604020202020204" pitchFamily="34" charset="0"/>
              <a:buChar char="•"/>
              <a:tabLst/>
            </a:pPr>
            <a:r>
              <a:rPr kumimoji="0" lang="en-GB" altLang="en-US" sz="1400" b="0" i="0" u="none" strike="noStrike" cap="none" normalizeH="0" baseline="0" dirty="0">
                <a:ln>
                  <a:noFill/>
                </a:ln>
                <a:solidFill>
                  <a:schemeClr val="tx1"/>
                </a:solidFill>
                <a:effectLst/>
                <a:latin typeface="Arial" panose="020B0604020202020204" pitchFamily="34" charset="0"/>
              </a:rPr>
              <a:t>Tokenized comparison with control file</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17" name="Rectangle 1">
            <a:extLst>
              <a:ext uri="{FF2B5EF4-FFF2-40B4-BE49-F238E27FC236}">
                <a16:creationId xmlns:a16="http://schemas.microsoft.com/office/drawing/2014/main" id="{07EAA6FE-FCA9-C113-ECEB-12F55DADA582}"/>
              </a:ext>
            </a:extLst>
          </p:cNvPr>
          <p:cNvSpPr>
            <a:spLocks noChangeArrowheads="1"/>
          </p:cNvSpPr>
          <p:nvPr/>
        </p:nvSpPr>
        <p:spPr bwMode="auto">
          <a:xfrm>
            <a:off x="914400" y="2810462"/>
            <a:ext cx="4185138" cy="216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spcAft>
                <a:spcPts val="600"/>
              </a:spcAft>
              <a:buNone/>
            </a:pPr>
            <a:r>
              <a:rPr lang="en-GB" b="1" dirty="0">
                <a:solidFill>
                  <a:srgbClr val="003299"/>
                </a:solidFill>
              </a:rPr>
              <a:t>Upload Invoices:</a:t>
            </a:r>
            <a:endParaRPr lang="en-GB" dirty="0">
              <a:solidFill>
                <a:srgbClr val="003299"/>
              </a:solidFill>
            </a:endParaRPr>
          </a:p>
          <a:p>
            <a:pPr marL="285750" indent="-285750">
              <a:buFont typeface="Arial" panose="020B0604020202020204" pitchFamily="34" charset="0"/>
              <a:buChar char="•"/>
            </a:pPr>
            <a:r>
              <a:rPr lang="en-GB" sz="1400" dirty="0"/>
              <a:t>Accepts multiple PDFs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GB" sz="1400" dirty="0"/>
              <a:t>Extracts text using PyPDF2 or </a:t>
            </a:r>
            <a:r>
              <a:rPr lang="en-GB" sz="1400" dirty="0" err="1"/>
              <a:t>EasyOCR</a:t>
            </a:r>
            <a:r>
              <a:rPr lang="en-GB" sz="1400" dirty="0"/>
              <a:t> fallback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Tokenizes invoice text to isolate relevant terms according to tailor-made parameters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Filters out multi-language </a:t>
            </a:r>
            <a:r>
              <a:rPr kumimoji="0" lang="en-US" altLang="en-US" sz="1400" b="0" i="0" u="none" strike="noStrike" cap="none" normalizeH="0" baseline="0" dirty="0" err="1">
                <a:ln>
                  <a:noFill/>
                </a:ln>
                <a:solidFill>
                  <a:schemeClr val="tx1"/>
                </a:solidFill>
                <a:effectLst/>
                <a:latin typeface="Arial" panose="020B0604020202020204" pitchFamily="34" charset="0"/>
              </a:rPr>
              <a:t>stopwords</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285750" indent="-285750">
              <a:buFont typeface="Arial" panose="020B0604020202020204" pitchFamily="34" charset="0"/>
              <a:buChar char="•"/>
            </a:pPr>
            <a:endParaRPr lang="en-GB" sz="1400" dirty="0"/>
          </a:p>
          <a:p>
            <a:pPr marL="285750" indent="-285750">
              <a:buFont typeface="Arial" panose="020B0604020202020204" pitchFamily="34" charset="0"/>
              <a:buChar char="•"/>
            </a:pPr>
            <a:endParaRPr lang="en-GB" sz="1400" dirty="0"/>
          </a:p>
        </p:txBody>
      </p:sp>
    </p:spTree>
    <p:extLst>
      <p:ext uri="{BB962C8B-B14F-4D97-AF65-F5344CB8AC3E}">
        <p14:creationId xmlns:p14="http://schemas.microsoft.com/office/powerpoint/2010/main" val="14833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614C0-B1C0-059E-89A7-DB5C9A6278EC}"/>
            </a:ext>
          </a:extLst>
        </p:cNvPr>
        <p:cNvGrpSpPr/>
        <p:nvPr/>
      </p:nvGrpSpPr>
      <p:grpSpPr>
        <a:xfrm>
          <a:off x="0" y="0"/>
          <a:ext cx="0" cy="0"/>
          <a:chOff x="0" y="0"/>
          <a:chExt cx="0" cy="0"/>
        </a:xfrm>
      </p:grpSpPr>
      <p:cxnSp>
        <p:nvCxnSpPr>
          <p:cNvPr id="29698" name="Straight Connector 1">
            <a:extLst>
              <a:ext uri="{FF2B5EF4-FFF2-40B4-BE49-F238E27FC236}">
                <a16:creationId xmlns:a16="http://schemas.microsoft.com/office/drawing/2014/main" id="{CB8C704A-FD64-C1F0-B4F1-552BAE1D42A4}"/>
              </a:ext>
            </a:extLst>
          </p:cNvPr>
          <p:cNvCxnSpPr>
            <a:cxnSpLocks noChangeShapeType="1"/>
          </p:cNvCxnSpPr>
          <p:nvPr/>
        </p:nvCxnSpPr>
        <p:spPr bwMode="auto">
          <a:xfrm>
            <a:off x="0" y="0"/>
            <a:ext cx="914400" cy="0"/>
          </a:xfrm>
          <a:prstGeom prst="line">
            <a:avLst/>
          </a:prstGeom>
          <a:noFill/>
          <a:ln w="0" algn="ctr">
            <a:solidFill>
              <a:srgbClr val="FB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algn="ctr" rotWithShape="0">
                    <a:srgbClr val="808080"/>
                  </a:outerShdw>
                </a:effectLst>
              </a14:hiddenEffects>
            </a:ext>
          </a:extLst>
        </p:spPr>
      </p:cxnSp>
      <p:sp>
        <p:nvSpPr>
          <p:cNvPr id="29700" name="Slide Number Placeholder 3">
            <a:extLst>
              <a:ext uri="{FF2B5EF4-FFF2-40B4-BE49-F238E27FC236}">
                <a16:creationId xmlns:a16="http://schemas.microsoft.com/office/drawing/2014/main" id="{1925DFAB-3228-0F86-C51E-91B217C18263}"/>
              </a:ext>
            </a:extLst>
          </p:cNvPr>
          <p:cNvSpPr>
            <a:spLocks noGrp="1"/>
          </p:cNvSpPr>
          <p:nvPr>
            <p:ph type="sldNum" sz="quarter" idx="10"/>
          </p:nvPr>
        </p:nvSpPr>
        <p:spPr bwMode="auto">
          <a:xfrm>
            <a:off x="4357688" y="4857750"/>
            <a:ext cx="414337" cy="136525"/>
          </a:xfrm>
          <a:noFill/>
        </p:spPr>
        <p:txBody>
          <a:bodyPr vert="horz" wrap="square" numCol="1" anchorCtr="0" compatLnSpc="1">
            <a:prstTxWarp prst="textNoShape">
              <a:avLst/>
            </a:prstTxWarp>
          </a:bodyPr>
          <a:lstStyle>
            <a:lvl1pPr eaLnBrk="0" hangingPunct="0">
              <a:spcBef>
                <a:spcPct val="30000"/>
              </a:spcBef>
              <a:buClr>
                <a:schemeClr val="tx2"/>
              </a:buClr>
              <a:defRPr sz="2200">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buFont typeface="Times" pitchFamily="18" charset="0"/>
              <a:defRPr sz="1600" i="1">
                <a:solidFill>
                  <a:schemeClr val="tx1"/>
                </a:solidFill>
                <a:latin typeface="Arial" pitchFamily="34" charset="0"/>
                <a:cs typeface="Arial" pitchFamily="34" charset="0"/>
              </a:defRPr>
            </a:lvl5pPr>
            <a:lvl6pPr marL="2514600" indent="-228600" eaLnBrk="0" fontAlgn="base" hangingPunct="0">
              <a:spcBef>
                <a:spcPct val="0"/>
              </a:spcBef>
              <a:spcAft>
                <a:spcPct val="0"/>
              </a:spcAft>
              <a:buFont typeface="Times" pitchFamily="18" charset="0"/>
              <a:defRPr sz="1600" i="1">
                <a:solidFill>
                  <a:schemeClr val="tx1"/>
                </a:solidFill>
                <a:latin typeface="Arial" pitchFamily="34" charset="0"/>
                <a:cs typeface="Arial" pitchFamily="34" charset="0"/>
              </a:defRPr>
            </a:lvl6pPr>
            <a:lvl7pPr marL="2971800" indent="-228600" eaLnBrk="0" fontAlgn="base" hangingPunct="0">
              <a:spcBef>
                <a:spcPct val="0"/>
              </a:spcBef>
              <a:spcAft>
                <a:spcPct val="0"/>
              </a:spcAft>
              <a:buFont typeface="Times" pitchFamily="18" charset="0"/>
              <a:defRPr sz="1600" i="1">
                <a:solidFill>
                  <a:schemeClr val="tx1"/>
                </a:solidFill>
                <a:latin typeface="Arial" pitchFamily="34" charset="0"/>
                <a:cs typeface="Arial" pitchFamily="34" charset="0"/>
              </a:defRPr>
            </a:lvl7pPr>
            <a:lvl8pPr marL="3429000" indent="-228600" eaLnBrk="0" fontAlgn="base" hangingPunct="0">
              <a:spcBef>
                <a:spcPct val="0"/>
              </a:spcBef>
              <a:spcAft>
                <a:spcPct val="0"/>
              </a:spcAft>
              <a:buFont typeface="Times" pitchFamily="18" charset="0"/>
              <a:defRPr sz="1600" i="1">
                <a:solidFill>
                  <a:schemeClr val="tx1"/>
                </a:solidFill>
                <a:latin typeface="Arial" pitchFamily="34" charset="0"/>
                <a:cs typeface="Arial" pitchFamily="34" charset="0"/>
              </a:defRPr>
            </a:lvl8pPr>
            <a:lvl9pPr marL="3886200" indent="-228600" eaLnBrk="0" fontAlgn="base" hangingPunct="0">
              <a:spcBef>
                <a:spcPct val="0"/>
              </a:spcBef>
              <a:spcAft>
                <a:spcPct val="0"/>
              </a:spcAft>
              <a:buFont typeface="Times" pitchFamily="18" charset="0"/>
              <a:defRPr sz="1600" i="1">
                <a:solidFill>
                  <a:schemeClr val="tx1"/>
                </a:solidFill>
                <a:latin typeface="Arial" pitchFamily="34" charset="0"/>
                <a:cs typeface="Arial" pitchFamily="34" charset="0"/>
              </a:defRPr>
            </a:lvl9pPr>
          </a:lstStyle>
          <a:p>
            <a:pPr eaLnBrk="1" hangingPunct="1">
              <a:lnSpc>
                <a:spcPct val="100000"/>
              </a:lnSpc>
              <a:spcBef>
                <a:spcPct val="0"/>
              </a:spcBef>
              <a:buClrTx/>
            </a:pPr>
            <a:fld id="{840C6AD5-6F6C-4333-998D-9E7F73CCF3B1}" type="slidenum">
              <a:rPr altLang="en-US" sz="900" smtClean="0">
                <a:solidFill>
                  <a:schemeClr val="bg1"/>
                </a:solidFill>
                <a:ea typeface="ヒラギノ角ゴ Pro W3"/>
                <a:cs typeface="ヒラギノ角ゴ Pro W3"/>
              </a:rPr>
              <a:pPr eaLnBrk="1" hangingPunct="1">
                <a:lnSpc>
                  <a:spcPct val="100000"/>
                </a:lnSpc>
                <a:spcBef>
                  <a:spcPct val="0"/>
                </a:spcBef>
                <a:buClrTx/>
              </a:pPr>
              <a:t>7</a:t>
            </a:fld>
            <a:endParaRPr altLang="en-US" sz="900">
              <a:solidFill>
                <a:schemeClr val="bg1"/>
              </a:solidFill>
              <a:ea typeface="ヒラギノ角ゴ Pro W3"/>
              <a:cs typeface="ヒラギノ角ゴ Pro W3"/>
            </a:endParaRPr>
          </a:p>
        </p:txBody>
      </p:sp>
      <p:sp>
        <p:nvSpPr>
          <p:cNvPr id="29703" name="Rectangle 4">
            <a:extLst>
              <a:ext uri="{FF2B5EF4-FFF2-40B4-BE49-F238E27FC236}">
                <a16:creationId xmlns:a16="http://schemas.microsoft.com/office/drawing/2014/main" id="{615CF52B-0C7F-6F1F-585B-44D9CE3DC081}"/>
              </a:ext>
            </a:extLst>
          </p:cNvPr>
          <p:cNvSpPr txBox="1">
            <a:spLocks noChangeArrowheads="1"/>
          </p:cNvSpPr>
          <p:nvPr/>
        </p:nvSpPr>
        <p:spPr bwMode="auto">
          <a:xfrm>
            <a:off x="463551" y="411163"/>
            <a:ext cx="3894138" cy="635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eaLnBrk="0" hangingPunct="0">
              <a:spcBef>
                <a:spcPct val="30000"/>
              </a:spcBef>
              <a:buClr>
                <a:schemeClr val="tx2"/>
              </a:buClr>
              <a:defRPr sz="2200">
                <a:solidFill>
                  <a:schemeClr val="tx1"/>
                </a:solidFill>
                <a:latin typeface="Arial" pitchFamily="34" charset="0"/>
                <a:cs typeface="Arial" pitchFamily="34" charset="0"/>
              </a:defRPr>
            </a:lvl1pPr>
            <a:lvl2pPr marL="596900" indent="-296863" eaLnBrk="0" hangingPunct="0">
              <a:defRPr>
                <a:solidFill>
                  <a:schemeClr val="tx1"/>
                </a:solidFill>
                <a:latin typeface="Arial" pitchFamily="34" charset="0"/>
                <a:cs typeface="Arial" pitchFamily="34" charset="0"/>
              </a:defRPr>
            </a:lvl2pPr>
            <a:lvl3pPr marL="596900" indent="-315913" eaLnBrk="0" hangingPunct="0">
              <a:defRPr sz="1600">
                <a:solidFill>
                  <a:schemeClr val="tx1"/>
                </a:solidFill>
                <a:latin typeface="Arial" pitchFamily="34" charset="0"/>
                <a:cs typeface="Arial" pitchFamily="34" charset="0"/>
              </a:defRPr>
            </a:lvl3pPr>
            <a:lvl4pPr marL="1219200" indent="-303213" eaLnBrk="0" hangingPunct="0">
              <a:defRPr sz="1600">
                <a:solidFill>
                  <a:schemeClr val="tx1"/>
                </a:solidFill>
                <a:latin typeface="Arial" pitchFamily="34" charset="0"/>
                <a:cs typeface="Arial" pitchFamily="34" charset="0"/>
              </a:defRPr>
            </a:lvl4pPr>
            <a:lvl5pPr marL="1524000" indent="-303213" eaLnBrk="0" hangingPunct="0">
              <a:buFont typeface="Times" pitchFamily="18" charset="0"/>
              <a:defRPr sz="1600" i="1">
                <a:solidFill>
                  <a:schemeClr val="tx1"/>
                </a:solidFill>
                <a:latin typeface="Arial" pitchFamily="34" charset="0"/>
                <a:cs typeface="Arial" pitchFamily="34" charset="0"/>
              </a:defRPr>
            </a:lvl5pPr>
            <a:lvl6pPr marL="1981200" indent="-303213" eaLnBrk="0" fontAlgn="base" hangingPunct="0">
              <a:spcBef>
                <a:spcPct val="0"/>
              </a:spcBef>
              <a:spcAft>
                <a:spcPct val="0"/>
              </a:spcAft>
              <a:buFont typeface="Times" pitchFamily="18" charset="0"/>
              <a:defRPr sz="1600" i="1">
                <a:solidFill>
                  <a:schemeClr val="tx1"/>
                </a:solidFill>
                <a:latin typeface="Arial" pitchFamily="34" charset="0"/>
                <a:cs typeface="Arial" pitchFamily="34" charset="0"/>
              </a:defRPr>
            </a:lvl6pPr>
            <a:lvl7pPr marL="2438400" indent="-303213" eaLnBrk="0" fontAlgn="base" hangingPunct="0">
              <a:spcBef>
                <a:spcPct val="0"/>
              </a:spcBef>
              <a:spcAft>
                <a:spcPct val="0"/>
              </a:spcAft>
              <a:buFont typeface="Times" pitchFamily="18" charset="0"/>
              <a:defRPr sz="1600" i="1">
                <a:solidFill>
                  <a:schemeClr val="tx1"/>
                </a:solidFill>
                <a:latin typeface="Arial" pitchFamily="34" charset="0"/>
                <a:cs typeface="Arial" pitchFamily="34" charset="0"/>
              </a:defRPr>
            </a:lvl7pPr>
            <a:lvl8pPr marL="2895600" indent="-303213" eaLnBrk="0" fontAlgn="base" hangingPunct="0">
              <a:spcBef>
                <a:spcPct val="0"/>
              </a:spcBef>
              <a:spcAft>
                <a:spcPct val="0"/>
              </a:spcAft>
              <a:buFont typeface="Times" pitchFamily="18" charset="0"/>
              <a:defRPr sz="1600" i="1">
                <a:solidFill>
                  <a:schemeClr val="tx1"/>
                </a:solidFill>
                <a:latin typeface="Arial" pitchFamily="34" charset="0"/>
                <a:cs typeface="Arial" pitchFamily="34" charset="0"/>
              </a:defRPr>
            </a:lvl8pPr>
            <a:lvl9pPr marL="3352800" indent="-303213" eaLnBrk="0" fontAlgn="base" hangingPunct="0">
              <a:spcBef>
                <a:spcPct val="0"/>
              </a:spcBef>
              <a:spcAft>
                <a:spcPct val="0"/>
              </a:spcAft>
              <a:buFont typeface="Times" pitchFamily="18" charset="0"/>
              <a:defRPr sz="1600" i="1">
                <a:solidFill>
                  <a:schemeClr val="tx1"/>
                </a:solidFill>
                <a:latin typeface="Arial" pitchFamily="34" charset="0"/>
                <a:cs typeface="Arial" pitchFamily="34" charset="0"/>
              </a:defRPr>
            </a:lvl9pPr>
          </a:lstStyle>
          <a:p>
            <a:pPr eaLnBrk="1" hangingPunct="1">
              <a:lnSpc>
                <a:spcPts val="2800"/>
              </a:lnSpc>
              <a:spcBef>
                <a:spcPct val="0"/>
              </a:spcBef>
              <a:buClrTx/>
            </a:pPr>
            <a:r>
              <a:rPr lang="it-IT" altLang="en-US" sz="2800" b="1" dirty="0">
                <a:solidFill>
                  <a:schemeClr val="tx2"/>
                </a:solidFill>
              </a:rPr>
              <a:t>FUTURE ENHANCEMENTS</a:t>
            </a:r>
            <a:endParaRPr lang="en-GB" altLang="en-US" sz="2800" b="1" dirty="0">
              <a:solidFill>
                <a:schemeClr val="tx2"/>
              </a:solidFill>
            </a:endParaRPr>
          </a:p>
        </p:txBody>
      </p:sp>
      <p:sp>
        <p:nvSpPr>
          <p:cNvPr id="4" name="TextBox 3">
            <a:extLst>
              <a:ext uri="{FF2B5EF4-FFF2-40B4-BE49-F238E27FC236}">
                <a16:creationId xmlns:a16="http://schemas.microsoft.com/office/drawing/2014/main" id="{EDF3EABB-021F-218F-1B04-C9C79BAB1743}"/>
              </a:ext>
            </a:extLst>
          </p:cNvPr>
          <p:cNvSpPr txBox="1"/>
          <p:nvPr/>
        </p:nvSpPr>
        <p:spPr>
          <a:xfrm>
            <a:off x="1069144" y="1940055"/>
            <a:ext cx="2834640" cy="1738938"/>
          </a:xfrm>
          <a:prstGeom prst="rect">
            <a:avLst/>
          </a:prstGeom>
          <a:noFill/>
        </p:spPr>
        <p:txBody>
          <a:bodyPr wrap="square">
            <a:spAutoFit/>
          </a:bodyPr>
          <a:lstStyle/>
          <a:p>
            <a:pPr>
              <a:spcAft>
                <a:spcPts val="600"/>
              </a:spcAft>
              <a:buNone/>
            </a:pPr>
            <a:r>
              <a:rPr lang="en-GB" b="1" dirty="0">
                <a:solidFill>
                  <a:srgbClr val="003299"/>
                </a:solidFill>
              </a:rPr>
              <a:t>Operational Gains:</a:t>
            </a:r>
            <a:endParaRPr lang="en-GB" dirty="0">
              <a:solidFill>
                <a:srgbClr val="003299"/>
              </a:solidFill>
            </a:endParaRPr>
          </a:p>
          <a:p>
            <a:pPr marL="285750" indent="-285750">
              <a:buFont typeface="Arial" panose="020B0604020202020204" pitchFamily="34" charset="0"/>
              <a:buChar char="•"/>
            </a:pPr>
            <a:r>
              <a:rPr lang="en-GB" sz="1400" dirty="0"/>
              <a:t>Up to </a:t>
            </a:r>
            <a:r>
              <a:rPr lang="en-GB" sz="1400" b="1" dirty="0">
                <a:solidFill>
                  <a:srgbClr val="003299"/>
                </a:solidFill>
              </a:rPr>
              <a:t>80% reduction in manual effort</a:t>
            </a:r>
            <a:endParaRPr lang="en-GB" sz="1400" dirty="0">
              <a:solidFill>
                <a:srgbClr val="003299"/>
              </a:solidFill>
            </a:endParaRPr>
          </a:p>
          <a:p>
            <a:pPr marL="285750" indent="-285750">
              <a:buFont typeface="Arial" panose="020B0604020202020204" pitchFamily="34" charset="0"/>
              <a:buChar char="•"/>
            </a:pPr>
            <a:r>
              <a:rPr lang="en-GB" sz="1400" dirty="0"/>
              <a:t>Faster processing with </a:t>
            </a:r>
            <a:r>
              <a:rPr lang="en-GB" sz="1400" b="1" dirty="0">
                <a:solidFill>
                  <a:srgbClr val="003299"/>
                </a:solidFill>
              </a:rPr>
              <a:t>greater consistency</a:t>
            </a:r>
            <a:endParaRPr lang="en-GB" sz="1400" dirty="0">
              <a:solidFill>
                <a:srgbClr val="003299"/>
              </a:solidFill>
            </a:endParaRPr>
          </a:p>
          <a:p>
            <a:pPr marL="285750" indent="-285750">
              <a:buFont typeface="Arial" panose="020B0604020202020204" pitchFamily="34" charset="0"/>
              <a:buChar char="•"/>
            </a:pPr>
            <a:r>
              <a:rPr lang="en-GB" sz="1400" dirty="0"/>
              <a:t>Scalable tool usable across departments</a:t>
            </a:r>
          </a:p>
        </p:txBody>
      </p:sp>
      <p:sp>
        <p:nvSpPr>
          <p:cNvPr id="8" name="TextBox 7">
            <a:extLst>
              <a:ext uri="{FF2B5EF4-FFF2-40B4-BE49-F238E27FC236}">
                <a16:creationId xmlns:a16="http://schemas.microsoft.com/office/drawing/2014/main" id="{8CB77760-EBC6-DB95-72FD-DE10C7A6A920}"/>
              </a:ext>
            </a:extLst>
          </p:cNvPr>
          <p:cNvSpPr txBox="1"/>
          <p:nvPr/>
        </p:nvSpPr>
        <p:spPr>
          <a:xfrm>
            <a:off x="4969634" y="1940055"/>
            <a:ext cx="4174366" cy="1954381"/>
          </a:xfrm>
          <a:prstGeom prst="rect">
            <a:avLst/>
          </a:prstGeom>
          <a:noFill/>
        </p:spPr>
        <p:txBody>
          <a:bodyPr wrap="square">
            <a:spAutoFit/>
          </a:bodyPr>
          <a:lstStyle/>
          <a:p>
            <a:pPr>
              <a:spcAft>
                <a:spcPts val="600"/>
              </a:spcAft>
              <a:buNone/>
            </a:pPr>
            <a:r>
              <a:rPr lang="en-GB" b="1" dirty="0">
                <a:solidFill>
                  <a:srgbClr val="003299"/>
                </a:solidFill>
              </a:rPr>
              <a:t>Potential Upgrades:</a:t>
            </a:r>
          </a:p>
          <a:p>
            <a:pPr marL="285750" indent="-285750">
              <a:buFont typeface="Arial" panose="020B0604020202020204" pitchFamily="34" charset="0"/>
              <a:buChar char="•"/>
            </a:pPr>
            <a:r>
              <a:rPr lang="en-GB" sz="1400" dirty="0"/>
              <a:t>Add </a:t>
            </a:r>
            <a:r>
              <a:rPr lang="en-GB" sz="1400" b="1" dirty="0">
                <a:solidFill>
                  <a:srgbClr val="003299"/>
                </a:solidFill>
              </a:rPr>
              <a:t>AI-based anomaly detection </a:t>
            </a:r>
            <a:r>
              <a:rPr lang="en-GB" sz="1400" dirty="0"/>
              <a:t>for outliers or suspicious invoices</a:t>
            </a:r>
          </a:p>
          <a:p>
            <a:pPr marL="285750" indent="-285750">
              <a:buFont typeface="Arial" panose="020B0604020202020204" pitchFamily="34" charset="0"/>
              <a:buChar char="•"/>
            </a:pPr>
            <a:r>
              <a:rPr lang="en-GB" sz="1400" dirty="0"/>
              <a:t>Enable </a:t>
            </a:r>
            <a:r>
              <a:rPr lang="en-GB" sz="1400" b="1" dirty="0">
                <a:solidFill>
                  <a:srgbClr val="003299"/>
                </a:solidFill>
              </a:rPr>
              <a:t>feedback loop</a:t>
            </a:r>
            <a:r>
              <a:rPr lang="en-GB" sz="1400" dirty="0">
                <a:solidFill>
                  <a:srgbClr val="003299"/>
                </a:solidFill>
              </a:rPr>
              <a:t> </a:t>
            </a:r>
            <a:r>
              <a:rPr lang="en-GB" sz="1400" dirty="0"/>
              <a:t>for continuous learning from validations though human feedback</a:t>
            </a:r>
          </a:p>
          <a:p>
            <a:pPr marL="285750" indent="-285750">
              <a:buFont typeface="Arial" panose="020B0604020202020204" pitchFamily="34" charset="0"/>
              <a:buChar char="•"/>
            </a:pPr>
            <a:r>
              <a:rPr lang="en-GB" sz="1400" dirty="0"/>
              <a:t>Deploy it on either </a:t>
            </a:r>
            <a:r>
              <a:rPr lang="en-GB" sz="1400" b="1" dirty="0">
                <a:solidFill>
                  <a:srgbClr val="003299"/>
                </a:solidFill>
              </a:rPr>
              <a:t>VM</a:t>
            </a:r>
            <a:r>
              <a:rPr lang="en-GB" sz="1400" dirty="0"/>
              <a:t> or through </a:t>
            </a:r>
            <a:r>
              <a:rPr lang="en-GB" sz="1400" b="1" dirty="0">
                <a:solidFill>
                  <a:srgbClr val="003299"/>
                </a:solidFill>
              </a:rPr>
              <a:t>.exe </a:t>
            </a:r>
            <a:r>
              <a:rPr lang="en-GB" sz="1400" dirty="0"/>
              <a:t>file</a:t>
            </a:r>
          </a:p>
          <a:p>
            <a:pPr marL="285750" indent="-285750">
              <a:buFont typeface="Arial" panose="020B0604020202020204" pitchFamily="34" charset="0"/>
              <a:buChar char="•"/>
            </a:pPr>
            <a:r>
              <a:rPr lang="en-GB" sz="1400" dirty="0"/>
              <a:t>Dashboard integrations with </a:t>
            </a:r>
            <a:r>
              <a:rPr lang="en-GB" sz="1400" b="1" dirty="0">
                <a:solidFill>
                  <a:srgbClr val="003299"/>
                </a:solidFill>
              </a:rPr>
              <a:t>Power BI </a:t>
            </a:r>
            <a:r>
              <a:rPr lang="en-GB" sz="1400" dirty="0"/>
              <a:t>or</a:t>
            </a:r>
            <a:r>
              <a:rPr lang="en-GB" sz="1400" b="1" dirty="0">
                <a:solidFill>
                  <a:srgbClr val="003299"/>
                </a:solidFill>
              </a:rPr>
              <a:t> SAP modules</a:t>
            </a:r>
            <a:r>
              <a:rPr lang="en-GB" sz="1400" dirty="0"/>
              <a:t> for reporting</a:t>
            </a:r>
          </a:p>
        </p:txBody>
      </p:sp>
      <p:pic>
        <p:nvPicPr>
          <p:cNvPr id="20" name="Graphic 19" descr="Rocket with solid fill">
            <a:extLst>
              <a:ext uri="{FF2B5EF4-FFF2-40B4-BE49-F238E27FC236}">
                <a16:creationId xmlns:a16="http://schemas.microsoft.com/office/drawing/2014/main" id="{FC8E051D-AA32-C60E-54E5-4D2D03CE1C5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74367" y="1700123"/>
            <a:ext cx="914400" cy="914400"/>
          </a:xfrm>
          <a:prstGeom prst="rect">
            <a:avLst/>
          </a:prstGeom>
        </p:spPr>
      </p:pic>
      <p:pic>
        <p:nvPicPr>
          <p:cNvPr id="22" name="Graphic 21" descr="Upstairs with solid fill">
            <a:extLst>
              <a:ext uri="{FF2B5EF4-FFF2-40B4-BE49-F238E27FC236}">
                <a16:creationId xmlns:a16="http://schemas.microsoft.com/office/drawing/2014/main" id="{5DE4CF70-2BFF-CBC3-6574-051D3B1D91A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4744" y="1700123"/>
            <a:ext cx="914400" cy="914400"/>
          </a:xfrm>
          <a:prstGeom prst="rect">
            <a:avLst/>
          </a:prstGeom>
        </p:spPr>
      </p:pic>
    </p:spTree>
    <p:extLst>
      <p:ext uri="{BB962C8B-B14F-4D97-AF65-F5344CB8AC3E}">
        <p14:creationId xmlns:p14="http://schemas.microsoft.com/office/powerpoint/2010/main" val="408350798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GENDA_1_ASSOC" val="-1"/>
</p:tagLst>
</file>

<file path=ppt/tags/tag2.xml><?xml version="1.0" encoding="utf-8"?>
<p:tagLst xmlns:a="http://schemas.openxmlformats.org/drawingml/2006/main" xmlns:r="http://schemas.openxmlformats.org/officeDocument/2006/relationships" xmlns:p="http://schemas.openxmlformats.org/presentationml/2006/main">
  <p:tag name="AGENDA_2_ASSOC" val="-1"/>
</p:tagLst>
</file>

<file path=ppt/tags/tag3.xml><?xml version="1.0" encoding="utf-8"?>
<p:tagLst xmlns:a="http://schemas.openxmlformats.org/drawingml/2006/main" xmlns:r="http://schemas.openxmlformats.org/officeDocument/2006/relationships" xmlns:p="http://schemas.openxmlformats.org/presentationml/2006/main">
  <p:tag name="AGENDA_3_ASSOC" val="-1"/>
</p:tagLst>
</file>

<file path=ppt/tags/tag4.xml><?xml version="1.0" encoding="utf-8"?>
<p:tagLst xmlns:a="http://schemas.openxmlformats.org/drawingml/2006/main" xmlns:r="http://schemas.openxmlformats.org/officeDocument/2006/relationships" xmlns:p="http://schemas.openxmlformats.org/presentationml/2006/main">
  <p:tag name="AGENDA_2" val="-1"/>
</p:tagLst>
</file>

<file path=ppt/tags/tag5.xml><?xml version="1.0" encoding="utf-8"?>
<p:tagLst xmlns:a="http://schemas.openxmlformats.org/drawingml/2006/main" xmlns:r="http://schemas.openxmlformats.org/officeDocument/2006/relationships" xmlns:p="http://schemas.openxmlformats.org/presentationml/2006/main">
  <p:tag name="AGENDA_3" val="-1"/>
</p:tagLst>
</file>

<file path=ppt/tags/tag6.xml><?xml version="1.0" encoding="utf-8"?>
<p:tagLst xmlns:a="http://schemas.openxmlformats.org/drawingml/2006/main" xmlns:r="http://schemas.openxmlformats.org/officeDocument/2006/relationships" xmlns:p="http://schemas.openxmlformats.org/presentationml/2006/main">
  <p:tag name="AGENDA_1" val="-1"/>
</p:tagLst>
</file>

<file path=ppt/tags/tag7.xml><?xml version="1.0" encoding="utf-8"?>
<p:tagLst xmlns:a="http://schemas.openxmlformats.org/drawingml/2006/main" xmlns:r="http://schemas.openxmlformats.org/officeDocument/2006/relationships" xmlns:p="http://schemas.openxmlformats.org/presentationml/2006/main">
  <p:tag name="AGENDA_1_ASSOC" val="-1"/>
</p:tagLst>
</file>

<file path=ppt/tags/tag8.xml><?xml version="1.0" encoding="utf-8"?>
<p:tagLst xmlns:a="http://schemas.openxmlformats.org/drawingml/2006/main" xmlns:r="http://schemas.openxmlformats.org/officeDocument/2006/relationships" xmlns:p="http://schemas.openxmlformats.org/presentationml/2006/main">
  <p:tag name="AGENDA_2_ASSOC" val="-1"/>
</p:tagLst>
</file>

<file path=ppt/tags/tag9.xml><?xml version="1.0" encoding="utf-8"?>
<p:tagLst xmlns:a="http://schemas.openxmlformats.org/drawingml/2006/main" xmlns:r="http://schemas.openxmlformats.org/officeDocument/2006/relationships" xmlns:p="http://schemas.openxmlformats.org/presentationml/2006/main">
  <p:tag name="AGENDA_3_ASSOC" val="-1"/>
</p:tagLst>
</file>

<file path=ppt/tags/tag10.xml><?xml version="1.0" encoding="utf-8"?>
<p:tagLst xmlns:a="http://schemas.openxmlformats.org/drawingml/2006/main" xmlns:r="http://schemas.openxmlformats.org/officeDocument/2006/relationships" xmlns:p="http://schemas.openxmlformats.org/presentationml/2006/main">
  <p:tag name="AGENDA_2" val="-1"/>
</p:tagLst>
</file>

<file path=ppt/tags/tag11.xml><?xml version="1.0" encoding="utf-8"?>
<p:tagLst xmlns:a="http://schemas.openxmlformats.org/drawingml/2006/main" xmlns:r="http://schemas.openxmlformats.org/officeDocument/2006/relationships" xmlns:p="http://schemas.openxmlformats.org/presentationml/2006/main">
  <p:tag name="AGENDA_3" val="-1"/>
</p:tagLst>
</file>

<file path=ppt/tags/tag12.xml><?xml version="1.0" encoding="utf-8"?>
<p:tagLst xmlns:a="http://schemas.openxmlformats.org/drawingml/2006/main" xmlns:r="http://schemas.openxmlformats.org/officeDocument/2006/relationships" xmlns:p="http://schemas.openxmlformats.org/presentationml/2006/main">
  <p:tag name="AGENDA_1" val="-1"/>
</p:tagLst>
</file>

<file path=ppt/tags/tag13.xml><?xml version="1.0" encoding="utf-8"?>
<p:tagLst xmlns:a="http://schemas.openxmlformats.org/drawingml/2006/main" xmlns:r="http://schemas.openxmlformats.org/officeDocument/2006/relationships" xmlns:p="http://schemas.openxmlformats.org/presentationml/2006/main">
  <p:tag name="AGENDA_2_ASSOC" val="-1"/>
</p:tagLst>
</file>

<file path=ppt/tags/tag14.xml><?xml version="1.0" encoding="utf-8"?>
<p:tagLst xmlns:a="http://schemas.openxmlformats.org/drawingml/2006/main" xmlns:r="http://schemas.openxmlformats.org/officeDocument/2006/relationships" xmlns:p="http://schemas.openxmlformats.org/presentationml/2006/main">
  <p:tag name="AGENDA_3_ASSOC" val="-1"/>
</p:tagLst>
</file>

<file path=ppt/tags/tag15.xml><?xml version="1.0" encoding="utf-8"?>
<p:tagLst xmlns:a="http://schemas.openxmlformats.org/drawingml/2006/main" xmlns:r="http://schemas.openxmlformats.org/officeDocument/2006/relationships" xmlns:p="http://schemas.openxmlformats.org/presentationml/2006/main">
  <p:tag name="AGENDA_2" val="-1"/>
</p:tagLst>
</file>

<file path=ppt/tags/tag16.xml><?xml version="1.0" encoding="utf-8"?>
<p:tagLst xmlns:a="http://schemas.openxmlformats.org/drawingml/2006/main" xmlns:r="http://schemas.openxmlformats.org/officeDocument/2006/relationships" xmlns:p="http://schemas.openxmlformats.org/presentationml/2006/main">
  <p:tag name="AGENDA_3" val="-1"/>
</p:tagLst>
</file>

<file path=ppt/tags/tag17.xml><?xml version="1.0" encoding="utf-8"?>
<p:tagLst xmlns:a="http://schemas.openxmlformats.org/drawingml/2006/main" xmlns:r="http://schemas.openxmlformats.org/officeDocument/2006/relationships" xmlns:p="http://schemas.openxmlformats.org/presentationml/2006/main">
  <p:tag name="AGENDA_2" val="-1"/>
</p:tagLst>
</file>

<file path=ppt/tags/tag18.xml><?xml version="1.0" encoding="utf-8"?>
<p:tagLst xmlns:a="http://schemas.openxmlformats.org/drawingml/2006/main" xmlns:r="http://schemas.openxmlformats.org/officeDocument/2006/relationships" xmlns:p="http://schemas.openxmlformats.org/presentationml/2006/main">
  <p:tag name="AGENDA_2" val="-1"/>
</p:tagLst>
</file>

<file path=ppt/tags/tag19.xml><?xml version="1.0" encoding="utf-8"?>
<p:tagLst xmlns:a="http://schemas.openxmlformats.org/drawingml/2006/main" xmlns:r="http://schemas.openxmlformats.org/officeDocument/2006/relationships" xmlns:p="http://schemas.openxmlformats.org/presentationml/2006/main">
  <p:tag name="AGENDA_2" val="-1"/>
</p:tagLst>
</file>

<file path=ppt/tags/tag20.xml><?xml version="1.0" encoding="utf-8"?>
<p:tagLst xmlns:a="http://schemas.openxmlformats.org/drawingml/2006/main" xmlns:r="http://schemas.openxmlformats.org/officeDocument/2006/relationships" xmlns:p="http://schemas.openxmlformats.org/presentationml/2006/main">
  <p:tag name="AGENDA_2" val="-1"/>
</p:tagLst>
</file>

<file path=ppt/theme/theme1.xml><?xml version="1.0" encoding="utf-8"?>
<a:theme xmlns:a="http://schemas.openxmlformats.org/drawingml/2006/main" name="ECB Default 16x9">
  <a:themeElements>
    <a:clrScheme name="___FINAL___ECB___">
      <a:dk1>
        <a:srgbClr val="585858"/>
      </a:dk1>
      <a:lt1>
        <a:srgbClr val="FFFFFF"/>
      </a:lt1>
      <a:dk2>
        <a:srgbClr val="003399"/>
      </a:dk2>
      <a:lt2>
        <a:srgbClr val="BEBEBE"/>
      </a:lt2>
      <a:accent1>
        <a:srgbClr val="003399"/>
      </a:accent1>
      <a:accent2>
        <a:srgbClr val="4078B8"/>
      </a:accent2>
      <a:accent3>
        <a:srgbClr val="AF7598"/>
      </a:accent3>
      <a:accent4>
        <a:srgbClr val="682E32"/>
      </a:accent4>
      <a:accent5>
        <a:srgbClr val="EAC568"/>
      </a:accent5>
      <a:accent6>
        <a:srgbClr val="77B37F"/>
      </a:accent6>
      <a:hlink>
        <a:srgbClr val="5FA3DB"/>
      </a:hlink>
      <a:folHlink>
        <a:srgbClr val="A50021"/>
      </a:folHlink>
    </a:clrScheme>
    <a:fontScheme name="5_Leere Präsentation">
      <a:majorFont>
        <a:latin typeface="Arial Black"/>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solidFill>
            <a:schemeClr val="tx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a:spPr>
      <a:bodyPr vert="horz" wrap="none" lIns="91440" tIns="45720" rIns="91440" bIns="45720" numCol="1" anchor="ctr" anchorCtr="0" compatLnSpc="1">
        <a:prstTxWarp prst="textNoShape">
          <a:avLst/>
        </a:prstTxWarp>
        <a:spAutoFit/>
      </a:bodyPr>
      <a:lstStyle>
        <a:defPPr marL="0" marR="0" indent="0" algn="l" defTabSz="914400" rtl="0" eaLnBrk="0" fontAlgn="base" latinLnBrk="0" hangingPunct="0">
          <a:lnSpc>
            <a:spcPct val="100000"/>
          </a:lnSpc>
          <a:spcBef>
            <a:spcPct val="50000"/>
          </a:spcBef>
          <a:spcAft>
            <a:spcPct val="0"/>
          </a:spcAft>
          <a:buClrTx/>
          <a:buSzTx/>
          <a:buFontTx/>
          <a:buNone/>
          <a:tabLst/>
          <a:defRPr kumimoji="0" lang="de-DE" sz="1800" b="0" i="0" u="none" strike="noStrike" cap="none" normalizeH="0" baseline="0" smtClean="0">
            <a:ln>
              <a:noFill/>
            </a:ln>
            <a:solidFill>
              <a:schemeClr val="tx1"/>
            </a:solidFill>
            <a:effectLst/>
            <a:latin typeface="Arial" charset="0"/>
            <a:ea typeface="ヒラギノ角ゴ Pro W3" pitchFamily="-64" charset="-128"/>
          </a:defRPr>
        </a:defPPr>
      </a:lstStyle>
    </a:spDef>
    <a:lnDef>
      <a:spPr bwMode="auto">
        <a:xfrm>
          <a:off x="0" y="0"/>
          <a:ext cx="1" cy="1"/>
        </a:xfrm>
        <a:custGeom>
          <a:avLst/>
          <a:gdLst/>
          <a:ahLst/>
          <a:cxnLst/>
          <a:rect l="0" t="0" r="0" b="0"/>
          <a:pathLst/>
        </a:custGeom>
        <a:solidFill>
          <a:schemeClr val="tx2"/>
        </a:solidFill>
        <a:ln w="9525" cap="flat" cmpd="sng" algn="ctr">
          <a:solidFill>
            <a:schemeClr val="tx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a:spPr>
      <a:bodyPr vert="horz" wrap="none" lIns="91440" tIns="45720" rIns="91440" bIns="45720" numCol="1" anchor="ctr" anchorCtr="0" compatLnSpc="1">
        <a:prstTxWarp prst="textNoShape">
          <a:avLst/>
        </a:prstTxWarp>
        <a:spAutoFit/>
      </a:bodyPr>
      <a:lstStyle>
        <a:defPPr marL="0" marR="0" indent="0" algn="l" defTabSz="914400" rtl="0" eaLnBrk="0" fontAlgn="base" latinLnBrk="0" hangingPunct="0">
          <a:lnSpc>
            <a:spcPct val="100000"/>
          </a:lnSpc>
          <a:spcBef>
            <a:spcPct val="50000"/>
          </a:spcBef>
          <a:spcAft>
            <a:spcPct val="0"/>
          </a:spcAft>
          <a:buClrTx/>
          <a:buSzTx/>
          <a:buFontTx/>
          <a:buNone/>
          <a:tabLst/>
          <a:defRPr kumimoji="0" lang="de-DE" sz="1800" b="0" i="0" u="none" strike="noStrike" cap="none" normalizeH="0" baseline="0" smtClean="0">
            <a:ln>
              <a:noFill/>
            </a:ln>
            <a:solidFill>
              <a:schemeClr val="tx1"/>
            </a:solidFill>
            <a:effectLst/>
            <a:latin typeface="Arial" charset="0"/>
            <a:ea typeface="ヒラギノ角ゴ Pro W3" pitchFamily="-64" charset="-128"/>
          </a:defRPr>
        </a:defPPr>
      </a:lstStyle>
    </a:lnDef>
  </a:objectDefaults>
  <a:extraClrSchemeLst>
    <a:extraClrScheme>
      <a:clrScheme name="5_Leere Präsentation 1">
        <a:dk1>
          <a:srgbClr val="585858"/>
        </a:dk1>
        <a:lt1>
          <a:srgbClr val="FFFFFF"/>
        </a:lt1>
        <a:dk2>
          <a:srgbClr val="003399"/>
        </a:dk2>
        <a:lt2>
          <a:srgbClr val="BEBEBE"/>
        </a:lt2>
        <a:accent1>
          <a:srgbClr val="4078B8"/>
        </a:accent1>
        <a:accent2>
          <a:srgbClr val="000066"/>
        </a:accent2>
        <a:accent3>
          <a:srgbClr val="FFFFFF"/>
        </a:accent3>
        <a:accent4>
          <a:srgbClr val="4A4A4A"/>
        </a:accent4>
        <a:accent5>
          <a:srgbClr val="AFBED8"/>
        </a:accent5>
        <a:accent6>
          <a:srgbClr val="00005C"/>
        </a:accent6>
        <a:hlink>
          <a:srgbClr val="008080"/>
        </a:hlink>
        <a:folHlink>
          <a:srgbClr val="A50021"/>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ECB Default 16x9.potx" id="{6E23D2F4-1A74-4AD2-B089-42BA655319E2}" vid="{1B897CD9-61AB-4F9A-8FE1-AB8E3F1008F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ECB Default 16x9</Template>
  <TotalTime>159</TotalTime>
  <Words>425</Words>
  <Application>Microsoft Office PowerPoint</Application>
  <PresentationFormat>On-screen Show (16:9)</PresentationFormat>
  <Paragraphs>69</Paragraphs>
  <Slides>7</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Arial Unicode MS</vt:lpstr>
      <vt:lpstr>ヒラギノ角ゴ Pro W3</vt:lpstr>
      <vt:lpstr>Arial</vt:lpstr>
      <vt:lpstr>Arial Black</vt:lpstr>
      <vt:lpstr>Avenir Next LT Pro</vt:lpstr>
      <vt:lpstr>Calibri</vt:lpstr>
      <vt:lpstr>Times</vt:lpstr>
      <vt:lpstr>ECB Default 16x9</vt:lpstr>
      <vt:lpstr>NMP Invoice Checker </vt:lpstr>
      <vt:lpstr>BUSINESS CASE</vt:lpstr>
      <vt:lpstr>PowerPoint Presentation</vt:lpstr>
      <vt:lpstr>PowerPoint Presentation</vt:lpstr>
      <vt:lpstr>KEY FUNCTIONALITIES</vt:lpstr>
      <vt:lpstr>KEY FUNCTIONALITIES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Gattai, Elena</dc:creator>
  <cp:lastModifiedBy>Landini, Elia</cp:lastModifiedBy>
  <cp:revision>4</cp:revision>
  <dcterms:created xsi:type="dcterms:W3CDTF">2025-05-07T09:27:07Z</dcterms:created>
  <dcterms:modified xsi:type="dcterms:W3CDTF">2025-05-08T12:40:30Z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d9ed4cf-0835-41f5-8787-3905daafc7d0_Enabled">
    <vt:lpwstr>true</vt:lpwstr>
  </property>
  <property fmtid="{D5CDD505-2E9C-101B-9397-08002B2CF9AE}" pid="3" name="MSIP_Label_ad9ed4cf-0835-41f5-8787-3905daafc7d0_SetDate">
    <vt:lpwstr>2025-05-07T09:29:12Z</vt:lpwstr>
  </property>
  <property fmtid="{D5CDD505-2E9C-101B-9397-08002B2CF9AE}" pid="4" name="MSIP_Label_ad9ed4cf-0835-41f5-8787-3905daafc7d0_Method">
    <vt:lpwstr>Privileged</vt:lpwstr>
  </property>
  <property fmtid="{D5CDD505-2E9C-101B-9397-08002B2CF9AE}" pid="5" name="MSIP_Label_ad9ed4cf-0835-41f5-8787-3905daafc7d0_Name">
    <vt:lpwstr>NON-BUSINESS</vt:lpwstr>
  </property>
  <property fmtid="{D5CDD505-2E9C-101B-9397-08002B2CF9AE}" pid="6" name="MSIP_Label_ad9ed4cf-0835-41f5-8787-3905daafc7d0_SiteId">
    <vt:lpwstr>b84ee435-4816-49d2-8d92-e740dbda4064</vt:lpwstr>
  </property>
  <property fmtid="{D5CDD505-2E9C-101B-9397-08002B2CF9AE}" pid="7" name="MSIP_Label_ad9ed4cf-0835-41f5-8787-3905daafc7d0_ActionId">
    <vt:lpwstr>19e51b39-a344-45dc-a163-932d4da848e9</vt:lpwstr>
  </property>
  <property fmtid="{D5CDD505-2E9C-101B-9397-08002B2CF9AE}" pid="8" name="MSIP_Label_ad9ed4cf-0835-41f5-8787-3905daafc7d0_ContentBits">
    <vt:lpwstr>0</vt:lpwstr>
  </property>
</Properties>
</file>